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E03 決策判斷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決策判斷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E03 決策判斷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決策不是尋找標準答案，而是勇敢地設定你的價值偏置。</a:t>
            </a:r>
          </a:p>
          <a:p/>
          <a:p>
            <a:r>
              <a:t>② 補充說明：</a:t>
            </a:r>
          </a:p>
          <a:p>
            <a:r>
              <a:t>什麼都不做才是最沒有偏見的狀態。真正的決策者敢於偏科，敢於為自己的偏好承擔代價。</a:t>
            </a:r>
          </a:p>
          <a:p/>
          <a:p>
            <a:r>
              <a:t>③ 下一頁轉場：</a:t>
            </a:r>
          </a:p>
          <a:p>
            <a:r>
              <a:t>有了偏置之後，如何評估決策的優劣？第 028 講指出看概率分佈。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好決策完全可能遭遇壞結果，壞決策也可能偶爾走狗屎運。</a:t>
            </a:r>
          </a:p>
          <a:p/>
          <a:p>
            <a:r>
              <a:t>② 補充說明：</a:t>
            </a:r>
          </a:p>
          <a:p>
            <a:r>
              <a:t>唯有擺脫結果論偏誤，建立系統化的概率分佈視角，才能在動盪中保持長期從容。</a:t>
            </a:r>
          </a:p>
          <a:p/>
          <a:p>
            <a:r>
              <a:t>③ 下一頁轉場：</a:t>
            </a:r>
          </a:p>
          <a:p>
            <a:r>
              <a:t>如何對複雜局勢進行建模？第 029 講探討顆粒度與因果中介。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你能理解到什麼程度，才能控制到什麼程度。</a:t>
            </a:r>
          </a:p>
          <a:p/>
          <a:p>
            <a:r>
              <a:t>② 補充說明：</a:t>
            </a:r>
          </a:p>
          <a:p>
            <a:r>
              <a:t>不要企圖直接控制結果，要在因果鏈中找到那個最關鍵的中介控制點進行施力。</a:t>
            </a:r>
          </a:p>
          <a:p/>
          <a:p>
            <a:r>
              <a:t>③ 下一頁轉場：</a:t>
            </a:r>
          </a:p>
          <a:p>
            <a:r>
              <a:t>面對新證據如何動態更新認知？第 031 講介紹貝葉斯先驗。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允許自己有成見，但必須為成見建立一個隨證據更新的賬本。</a:t>
            </a:r>
          </a:p>
          <a:p/>
          <a:p>
            <a:r>
              <a:t>② 補充說明：</a:t>
            </a:r>
          </a:p>
          <a:p>
            <a:r>
              <a:t>貝葉斯主義者從不走極端。如果一件事情本身極其罕見，不要因為看見一條聳動新聞就驚慌失措。</a:t>
            </a:r>
          </a:p>
          <a:p/>
          <a:p>
            <a:r>
              <a:t>③ 下一頁轉場：</a:t>
            </a:r>
          </a:p>
          <a:p>
            <a:r>
              <a:t>在看清概率之後，該下多少注？第 033 講介紹凱利公式。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知道能贏不算本事，知道該下多少注才能防爆倉才是頂級智慧。</a:t>
            </a:r>
          </a:p>
          <a:p/>
          <a:p>
            <a:r>
              <a:t>② 補充說明：</a:t>
            </a:r>
          </a:p>
          <a:p>
            <a:r>
              <a:t>長期成功的核心是幾何平均數而非算術平均數。採用半凱利倉位，永遠為自己留有餘地。</a:t>
            </a:r>
          </a:p>
          <a:p/>
          <a:p>
            <a:r>
              <a:t>③ 下一頁轉場：</a:t>
            </a:r>
          </a:p>
          <a:p>
            <a:r>
              <a:t>為什麼很多人會死在概率遊戲裡？第 034 講揭示非遍歷性。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別人能活下來，不代表你重複做也能活下來。</a:t>
            </a:r>
          </a:p>
          <a:p/>
          <a:p>
            <a:r>
              <a:t>② 補充說明：</a:t>
            </a:r>
          </a:p>
          <a:p>
            <a:r>
              <a:t>真實世界具有強烈的非遍歷性。凡是可能導致你終身出局的吸收壁，哪怕收益再高也堅決遠離。</a:t>
            </a:r>
          </a:p>
          <a:p/>
          <a:p>
            <a:r>
              <a:t>③ 下一頁轉場：</a:t>
            </a:r>
          </a:p>
          <a:p>
            <a:r>
              <a:t>如何從不確定性中獲益？第 035 講探討反脆弱與期權。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別只追求堅不可摧，要把自己打造成能在動盪中吸取能量的反脆弱系統。</a:t>
            </a:r>
          </a:p>
          <a:p/>
          <a:p>
            <a:r>
              <a:t>② 補充說明：</a:t>
            </a:r>
          </a:p>
          <a:p>
            <a:r>
              <a:t>利用槓鈴策略鎖住下行底線，同時保持對新機會的低成本期權好奇心，動盪就是你的助推器。</a:t>
            </a:r>
          </a:p>
          <a:p/>
          <a:p>
            <a:r>
              <a:t>③ 下一頁轉場：</a:t>
            </a:r>
          </a:p>
          <a:p>
            <a:r>
              <a:t>在實戰中如何將這些判斷快速落地？第 045 講介紹 OODA 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E03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決策判斷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E03 決策判斷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E03 決策判斷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E03 決策判斷：10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027～045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世界不可算盡，決策決的不是單次結果而是概率分佈；以強偏置確立方向、用貝葉斯更新記賬、守住非遍歷性吸收壁並以反脆弱槓鈴策略捕獲非對稱收益。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【模組骨架】決策判斷核心邏輯架構與工具映射矩陣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027～045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元規則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決策不可能客觀中立，決的是概率分佈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無免費午餐定理 / 概率分佈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強先驗、弱偏執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認知工具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如何在噪音中提煉因果中介與先驗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顆粒度 (MDL) / 貝葉斯先驗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理解即壓縮，記賬式更新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下注與風險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如何在不確定下注中防爆倉與抓期權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凱利公式 / 非遍歷性 / 反脆弱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可活原則，獲取凸性收益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動態閉環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如何在複雜動態中持續快速迭代循環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OODA 環 (觀察-定向-決策-行動)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快節奏試錯，打破對手節奏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決策判斷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027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【027 無免費午餐】沒有全能最優解，有強偏置才有真決策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常人幻想存在一個『完美、全能、客觀中立』的最佳決策算法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沃爾珀特 NFL 定理：平均來看任何兩個算法表現完全一樣，優化必須付出偏科代價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人生決策的初心必然是一個『任性發願』，發願定義了目標函數與搜索空間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強偏置、弱偏執：偏置是引導探索的利劍，偏執是拒絕更新的枷鎖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AI 的本質也是偏置：CNN 偏置局部特徵，RNN 偏置時間序列，AGI 需付對齊稅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德里達洞見：決斷若未穿過無可決斷之折磨，便不是真正的自由決斷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決策維度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無偏置狀態 (優柔寡斷)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強先驗有偏置狀態 (高階決策)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目標界定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既要又要還要，試圖討好所有人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敢於任性發願，明確劃定邊界與取捨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面對限制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抱怨客觀條件不足，遲遲不敢下注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把硬約束當作算法優化的必要邊界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應對反饋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一條道走到黑（偏執）或徹底躺平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以證據動態更新權重（強先驗、弱偏執）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生命力展現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什麼都不做看似完美，實則毫無產出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偏見正是個體生命力與獨特風格的證明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無偏置空想 vs 強先驗有偏置決策對比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028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【028 概率分佈】決策決的不是單次結果，而是一個機率分佈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常人犯『結果論偏誤（Resulting）』：賺錢了就是英明，虧損了就是愚蠢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生活更像德州撲克而非國際象棋：好打法也可能抓到爛牌而輸掉單次對局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決策本質是『剪枝』：放棄平行宇宙，決定一個包含均值與方差的分佈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決策六大參數：均值、方差、上下限、偏度、峰度（重尾）、穩健性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可活原則：孫子『先為不可勝』，別因為河水平均四英尺深就盲目涉水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斯多葛射手：盡全力拉弓瞄準（可控過程），箭離弦後冷靜接納風向（抽樣結果）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結果偏誤 (前現代直覺)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概率分佈思維 (專業決策者)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評價標準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看單次結局好壞（成王敗寇）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看長期重複博弈下的期望值與方差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失敗反饋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將運氣抽樣差怪罪於能力不足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區分過程缺陷與隨機噪音，堅守好系統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風險控制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只看最好有多好（貪婪冒進）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先看最壞有多壞、是否會爆倉致命（可活）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決策心態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得失心極重，隨短線波動崩潰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如同射箭手，專注於可控姿勢與長期期望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結果偏誤 (單次論) vs 概率分佈思維對比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029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【029 因果中介】理解即壓縮，別盯終點而是要盯關鍵中介變量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常人思考要麼『欠擬合』（把複雜問題歸結為一句空話），要麼『過擬合』（被細節淹沒）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好調節器定理：系統的每一個好調節器，必須同構於該系統的模型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珀爾因果理論：尋找可干預的『中介變量（Mediator）』，而非盲目盯著終點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最小描述長度（MDL）：最好的模型是『模型複雜度 + 例外補丁』之和最小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點球成金案例：比利·比恩發現『上壘率』是贏球被忽視的關鍵中介，而非全壘打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現代足球的關鍵不是射門助攻，而是倒數第二腳改變期望威脅（xT）的傳球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粗暴線性思維 (欠擬合/過擬合)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因果中介思維 (高階模型)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認知顆粒度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要麼只盯大口號，要麼深陷日報瑣事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最小描述長度：壓縮到關鍵因果結構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干預方式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對著終點許願（如「我要多賺錢」）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找到干預中介（如「提高高價值客戶接觸頻率」）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組織管理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考核終端產出導致指標異化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抓取關鍵流程中介，施加精確引導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系統控制力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手忙腳亂、四處救火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如同點球成金，調動被低估的中介槓桿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粗暴線性思維 vs 最小描述長度與因果中介思維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031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【031 貝葉斯先驗】成見是認知的起點，用新證據像記賬一樣更新信念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常人把主觀成見視為恥辱，要麼頑固死守，要麼輕易被個別聳動新聞洗腦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頻率主義把概率視為客觀屬性，但人生大事根本沒有重複試驗的機會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貝葉斯主義：概率是信念的度量，後驗 = 先驗 + 證據更新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罕見病例題：先驗極低（0.1%）時，哪怕檢測準確率高達99%，後驗陽性率也僅 1/11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科學心態：以大眾常識或統計規律作為初始先驗，再根據具體信息逐步上調或下調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像垃圾郵件過濾器一樣思考：看見一個信號微調一次，程序不是在猜而是在記賬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對比維度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頻率主義 (旁觀者直覺)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貝葉斯主義 (參與者思維)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概率定義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事件在無限次重複試驗中的極限頻率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個人對某個命題的信任程度 (信念度量)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先驗角色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排斥主觀先驗，要求絕對客觀中立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視先驗為認知的必然起點，不可或缺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應對新證據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非黑即白，一個反例推翻所有或視而不見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按似然比量化加權，像會計記賬般微調後驗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決策氣度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極端固執或極端動搖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先驗很低時，不因單次強刺激而喪失理智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頻率主義客觀論 vs 貝葉斯主觀信念更新對照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033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【033 凱利公式】追求資產幾何增長率，用最優倉位杜絕致命爆倉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即便勝率很高，常人也容易因為孤注一擲全倉押注而遭遇『賭徒破產』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算術平均值高不等於幾何增長率高：一旦遭遇 -100% 歸零，遊戲立刻結束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凱利公式（Kelly Criterion）：在正期望值下，計算使長期複利最大的最優倉位 f*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f* = (bp - q) / b（淨賠率 × 勝率 - 敗率）/ 淨賠率 = 優勢 / 賠率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半凱利（Half Kelly）：現實中概率很難算準，打個對折下注兼顧增長與心理舒適度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永不借錢全倉賭博：數學證明槓桿加滿必然會在某一次尾部波動中徹底爆倉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下注策略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決策依據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資金曲線特徵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致命隱患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孤注一擲 (All-in)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憑感覺和盲目自信，追求一夜暴富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短期可能暴賺，但長期必然走向歸零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遇到一次黑天鵝就徹底出局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固定均攤 (平推)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機械式等額下注，不管優勢大小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增長緩慢，無法放大高勝率窗口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資金利用效率低下，錯失良機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凱利最優 (f*)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根據邊際優勢精確計算下注比例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長期幾何複合增長率最大化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需承受短期波動，計算要求高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半凱利 (實用)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在凱利比例基礎上打對折（0.5 f*）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增長率達最優的75%，方差降低50%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最適合現實真實投資與職業決策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情緒化下注 vs 凱利公式最優下注對比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034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【034 非遍歷性】時間平均不等於空間平均，避開不可逆的致命吸收壁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經濟學常假設『遍歷性』：以為一百個人同時做某件事，等於一個人重複做一百次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俄羅斯輪盤賭思想實驗：六個人各開一槍，五個人發財一個去死（空間平均回報極高）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但一個人連續開六槍（時間平均），存活概率為零！真實人生服從時間平均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吸收壁（Absorbing Barrier）：一旦觸碰就永遠無法恢復的狀態（死亡、坐牢、信譽破產）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塔勒布洞見：不要因為一件事『平均有利可圖』就去做，只要它有致命吸收壁，概率再小也不碰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首要生存法則：把『不出局』置於所有利潤與榮耀之上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空間平均 (經濟學家視角)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時間平均 (個體命運視角)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統計樣本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同一時刻，100 個獨立個體同時做實驗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同一個體，在漫長時間維度上重複做 100 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致命威脅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少數人死掉不影響群體平均繁榮數據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個體只要死一次，未來的次數全部歸零 (吸收壁)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典型陷阱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高槓桿炒幣、酒駕飆車、涉險違法生意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誤把別人的倖存當成自己可以無限重複的依據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防護策略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看宏觀 GDP 與行業平均回報率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絕對避開任何具備不可逆吸收壁的危險行為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空間平均 (統計群體) vs 時間平均 (個體人生) 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035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【035 反脆弱】構建凸性非對稱收益結構，享受下行受限而上行開放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脆弱之物厭惡波動與混亂（如陶瓷花瓶），強韌之物抵抗衝擊（如鐵塊）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反脆弱（Antifragile）：能在動盪、隨機與壓力中越變越強的事物（如人體免疫系統、開源軟件）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期權思維：花微小的固定成本購買『選擇權』，下行最大損失確定，上行獲益無限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凸性收益（Convexity）：收益曲線向上彎曲，波動率越大，數學期望值越高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槓鈴策略：90% 極度安全保本（零風險）+ 10% 投向高風險高回報期權，堅決砍掉中間的平庸風險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試錯是唯一的反脆弱引擎：小步快跑，快速犯低成本錯誤，提煉結構化經驗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屬性維度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脆弱 (Fragile)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強韌 (Robust)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反脆弱 (Antifragile)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面對衝擊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受損崩潰，無法恢復 (如花瓶)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保持原樣，抵抗損傷 (如頑石)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在衝擊中學習增強 (如肌肉/免疫)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收益結構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凹性：利潤有限，極端下行致命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線性：投入與產出嚴格對等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凸性：下行損失鎖定，上行空間開放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對待隨機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極度恐懼黑天鵝與動盪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漠然對待，只求勉強維持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視動盪為朋友，從混亂中汲取養分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配置策略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滿倉單一資產，無冗餘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平均防禦，缺乏爆發力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槓鈴策略：極度保守 + 極度進取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脆弱 vs 強韌 vs 反脆弱三元結構對照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【脈絡串聯】決策判斷各講環環相扣，形成不可逆的論證閉環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027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028～029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031～034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035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第一步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無免費午餐定理 (027)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知道要設偏置，但不知如何客觀評估局面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引入概率分佈與可活原則 (028)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第二步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概率分佈思維 (028)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局勢太複雜，難以精準計算方差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建立因果中介與最小描述長度 (029)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第三步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貝葉斯先驗記賬 (031)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有了概率評估，不知該下多少注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調用凱利公式計算最佳倉位 (033)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第四步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非遍歷性避開吸收壁 (034)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防守有餘，缺乏非線性進攻手段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採用反脆弱槓鈴策略與期權 (035)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決策判斷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【精華總結】E03 決策判斷：四大核心定見與實戰行動指針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破除單點迷思：從【無免費午餐定理】出發，理解事物的立體多維性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建立精確模型：調用【概率分佈】壓縮資訊，抓住關鍵中介變量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構築防禦邊界：利用【貝葉斯先驗】管理風險，守住可活底線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執行【決策判斷實戰自我檢測】：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決策心態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以單次成敗論英雄，勝驕敗餒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看長期概率分佈，專注可控動作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建立決策日誌，抽離情緒打分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倉位控制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憑感覺 All-in 或盲目加槓桿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嚴格遵守凱利或半凱利倉位管理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計算最壞虧損，絕不上槓桿冒險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風險邊界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心存僥倖，涉足可能致命的吸收壁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絕對不碰任何危及生存的不可逆風險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盤點當前行為，斬斷隱形吸收壁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收益結構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只拿固定死工資，收益呈凹性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配置槓鈴策略，擁抱反脆弱期權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投入10%業餘時間研發高期權項目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決策判斷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【附錄】E03 決策判斷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027 講 無免費午餐定理：研讀原文推導過程與經典案例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029 講 顆粒度與因果中介：學習在複雜局勢中提煉因果中介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033 講 凱利公式：檢視防禦機制是否足夠抵禦極端波動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027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無免費午餐與強偏置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E03 卡片 ➔ 027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028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概率分佈與可活原則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E03 卡片 ➔ 028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slides.html?slide=028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033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凱利公式與最優倉位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E03 卡片 ➔ 033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035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反脆弱與槓鈴策略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E03 卡片 ➔ 035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slides.html?slide=035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E03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