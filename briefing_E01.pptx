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E01 基本世界觀 10 分鐘精華導讀簡報。</a:t>
            </a:r>
          </a:p>
          <a:p/>
          <a:p>
            <a:r>
              <a:t>② 補充說明：</a:t>
            </a:r>
          </a:p>
          <a:p>
            <a:r>
              <a:t>本模組打破常人前現代的穩態直覺，建立認知世界的六大底層設定（敘事、重尾、能動、約束、可能、內核），為後續決策與戰略奠定地基。</a:t>
            </a:r>
          </a:p>
          <a:p/>
          <a:p>
            <a:r>
              <a:t>③ 下一頁轉場：</a:t>
            </a:r>
          </a:p>
          <a:p>
            <a:r>
              <a:t>接下來，透過全模組骨架圖，看這七講如何由外向內層層推演。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E01 模組完成了從外部宇宙規律到內在自我結構的認知閉環。</a:t>
            </a:r>
          </a:p>
          <a:p/>
          <a:p>
            <a:r>
              <a:t>② 補充說明：</a:t>
            </a:r>
          </a:p>
          <a:p>
            <a:r>
              <a:t>前四講說明世界是充滿硬約束與重尾的客觀場域；後三講指出人在不確定性中應當做能動者，並自主改寫內核神經權重。</a:t>
            </a:r>
          </a:p>
          <a:p/>
          <a:p>
            <a:r>
              <a:t>③ 下一頁轉場：</a:t>
            </a:r>
          </a:p>
          <a:p>
            <a:r>
              <a:t>現在我們進入第 001 講，探討宇宙的第一性原理——敘事。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敘事不是文學修辭，而是意識感知世界的基本編碼方式。</a:t>
            </a:r>
          </a:p>
          <a:p/>
          <a:p>
            <a:r>
              <a:t>② 補充說明：</a:t>
            </a:r>
          </a:p>
          <a:p>
            <a:r>
              <a:t>誰掌握了定義因果與舞台的敘事權，誰就掌握了支配系統資源的無形槓桿。</a:t>
            </a:r>
          </a:p>
          <a:p/>
          <a:p>
            <a:r>
              <a:t>③ 下一頁轉場：</a:t>
            </a:r>
          </a:p>
          <a:p>
            <a:r>
              <a:t>有了敘事的大腦，面對的是什麼樣的數學分佈？第 002 講揭示重尾現象。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走出常態分佈的舒適圈，是理解現代經濟與競爭的第一步。</a:t>
            </a:r>
          </a:p>
          <a:p/>
          <a:p>
            <a:r>
              <a:t>② 補充說明：</a:t>
            </a:r>
          </a:p>
          <a:p>
            <a:r>
              <a:t>打工賺錢是加法，資本與品牌運作是乘法。唯有乘法結構才能跨越階級天花板。</a:t>
            </a:r>
          </a:p>
          <a:p/>
          <a:p>
            <a:r>
              <a:t>③ 下一頁轉場：</a:t>
            </a:r>
          </a:p>
          <a:p>
            <a:r>
              <a:t>在乘法世界中，個體應當採取何種生存策略？第 003 講討論能動者。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不做環境的被動承受者，要做系統的主動造波者。</a:t>
            </a:r>
          </a:p>
          <a:p/>
          <a:p>
            <a:r>
              <a:t>② 補充說明：</a:t>
            </a:r>
          </a:p>
          <a:p>
            <a:r>
              <a:t>前現代的節儉順從曾是農耕生存最優解，但在現代技術社會，不敢冒險才是最大的風險。</a:t>
            </a:r>
          </a:p>
          <a:p/>
          <a:p>
            <a:r>
              <a:t>③ 下一頁轉場：</a:t>
            </a:r>
          </a:p>
          <a:p>
            <a:r>
              <a:t>能動者並非為所欲為，第 004 講指出一切行動必須尊重物理硬約束。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凡是不能落實到資產負債表與物理定律上的宏圖，都是精神自嗨。</a:t>
            </a:r>
          </a:p>
          <a:p/>
          <a:p>
            <a:r>
              <a:t>② 補充說明：</a:t>
            </a:r>
          </a:p>
          <a:p>
            <a:r>
              <a:t>只要養成算賬的習慣，世界上 90% 的騙局、謠言和畫餅都會不攻自破。</a:t>
            </a:r>
          </a:p>
          <a:p/>
          <a:p>
            <a:r>
              <a:t>③ 下一頁轉場：</a:t>
            </a:r>
          </a:p>
          <a:p>
            <a:r>
              <a:t>在硬約束之內，我們如何面對不可測的未來？第 006 講探討可能與不確定性。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不確定性不是敵人，而是自由意志與探索樂趣的根本來源。</a:t>
            </a:r>
          </a:p>
          <a:p/>
          <a:p>
            <a:r>
              <a:t>② 補充說明：</a:t>
            </a:r>
          </a:p>
          <a:p>
            <a:r>
              <a:t>世界正是因為不確定，你現在的每一個微小選擇才具有改變未來的力量。</a:t>
            </a:r>
          </a:p>
          <a:p/>
          <a:p>
            <a:r>
              <a:t>③ 下一頁轉場：</a:t>
            </a:r>
          </a:p>
          <a:p>
            <a:r>
              <a:t>面對這樣的世界，我們內在的『自我』究竟是什麼？第 007 講剖析內核自我。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不要把一時的沮喪當成自己，那是進程自我的雜訊；真正的你，是沉澱下來的內核權重。</a:t>
            </a:r>
          </a:p>
          <a:p/>
          <a:p>
            <a:r>
              <a:t>② 補充說明：</a:t>
            </a:r>
          </a:p>
          <a:p>
            <a:r>
              <a:t>這就是為什麼只聽道理無法改變人生——只有長期浸泡在高質量語料與嚴格反饋中，神經權重才會被真正重構。</a:t>
            </a:r>
          </a:p>
          <a:p/>
          <a:p>
            <a:r>
              <a:t>③ 下一頁轉場：</a:t>
            </a:r>
          </a:p>
          <a:p>
            <a:r>
              <a:t>至此我們完成了 E01 七講的學習，接下來梳理各講之間的邏輯脈絡。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E01 的七講不是孤立的知識點，而是一道精密的邏輯階梯。</a:t>
            </a:r>
          </a:p>
          <a:p/>
          <a:p>
            <a:r>
              <a:t>② 補充說明：</a:t>
            </a:r>
          </a:p>
          <a:p>
            <a:r>
              <a:t>從敘事的第一性原理出發，穿過重尾與硬約束的現實考驗，最終回歸到重塑自我內核。</a:t>
            </a:r>
          </a:p>
          <a:p/>
          <a:p>
            <a:r>
              <a:t>③ 下一頁轉場：</a:t>
            </a:r>
          </a:p>
          <a:p>
            <a:r>
              <a:t>最後我們來看本模組的精華總結與立即可落地的行動指針。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世界觀的改變，必須落地為行為邊界的調整。</a:t>
            </a:r>
          </a:p>
          <a:p/>
          <a:p>
            <a:r>
              <a:t>② 補充說明：</a:t>
            </a:r>
          </a:p>
          <a:p>
            <a:r>
              <a:t>透過算賬三問，把腦袋從幻想中拉回現實。在硬約束內跳舞的人，才能真正收穫乘法世界的長板紅利。</a:t>
            </a:r>
          </a:p>
          <a:p/>
          <a:p>
            <a:r>
              <a:t>③ 下一頁轉場：</a:t>
            </a:r>
          </a:p>
          <a:p>
            <a:r>
              <a:t>最後為本模組的延伸深挖指南。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E01 導讀圓滿完成！</a:t>
            </a:r>
          </a:p>
          <a:p/>
          <a:p>
            <a:r>
              <a:t>② 補充說明：</a:t>
            </a:r>
          </a:p>
          <a:p>
            <a:r>
              <a:t>歡迎返回首頁探索其他模組，或直接進入下一模組 E02 成長戰略。</a:t>
            </a:r>
          </a:p>
          <a:p/>
          <a:p>
            <a:r>
              <a:t>③ 下一頁轉場：</a:t>
            </a:r>
          </a:p>
          <a:p>
            <a:r>
              <a:t>感謝聆聽！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九大模組相輔相成，構成一套現代高能動者的思維操作系統。</a:t>
            </a:r>
          </a:p>
          <a:p/>
          <a:p>
            <a:r>
              <a:t>② 補充說明：</a:t>
            </a:r>
          </a:p>
          <a:p>
            <a:r>
              <a:t>從世界觀到成長戰略，再到組織博弈與高階演化，每一步都是認知維度的躍升。</a:t>
            </a:r>
          </a:p>
          <a:p/>
          <a:p>
            <a:r>
              <a:t>③ 下一頁轉場：</a:t>
            </a:r>
          </a:p>
          <a:p>
            <a:r>
              <a:t>歡迎隨時在頂部切換模組或進入 120 講全景放映！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E01 基本世界觀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E01 基本世界觀：破除穩態直覺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001～007 講 · 認識世界本來面貌，重構不可見的內核自我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世界觀不能自主選擇，只能認識到什麼程度就接受到什麼程度。真實世界由主觀敘事、重尾分佈、物理硬約束與不可消除的不確定性構成；真正的個人成長，是改寫內核自我的神經權重。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【模組骨架】從宇宙物理設定推演至神經權重，建立認知世界的完整地基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外部世界硬設定 (001-004)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【001 敘事】宇宙第一性原理，相對論與量子力學的交匯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【002 重尾】真實世界服從冪律，乘法世界極端值通吃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【004 約束】四大硬約束不可逾越，宏大敘事靠算賬戳破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個體定位與內核 (003, 006, 007)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【003 能動】穩態生存邏輯（勤儉/順從）曾是局部理性，現代成枷鎖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【006 可能】五種不確定性是意義燃料，運氣比能力更重要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【007 內核】三個自我模型，成長的本質是改寫底層網絡權重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前現代舊直覺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現代科學新設定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核心工具/概念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宇宙本質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客觀絕對真實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主觀預測敘事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自由能原理 / Ruliad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分佈規律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常態平均即正義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重尾冪律極端主導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乘法世界 / 正反饋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生存策略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穩態順從、勤儉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主動製造波動能動者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破除態度文化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限制邊界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許願與神話思維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四大硬約束不可破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能量/時間/預算算賬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自我結構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單一人設實體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進程/介面/內核三層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神經權重與獎勵函數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E01 七講核心設定邏輯推演表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001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【001 敘事】敘事是宇宙的第一性原理，它決定了你的目標函數與意義來源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人總是把『客觀事實』與『主觀敘事』混為一談，被他人設定的故事牽著走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沃爾夫勒姆 Ruliad：宇宙切片之所以如此，是因為它滿足了敘事條件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自我不是實體，而是丹尼特所說的『敘事重心』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三大物理對應敘事三要素：狹義相對論（因果）+ 量子力學（想像力）+ 廣義相對論（舞台）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大腦是自由能預測機器：靠敘事最小化驚訝，敘事決定目標函數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同組事實可講出截然相反的故事（如『負增長』vs『返鄉創業』）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物理理論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物理特徵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敘事要素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大腦認知功能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狹義相對論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光速有限、因果順序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因果時間線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預測未來事件脈絡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量子力學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波函數坍縮、未來不確定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想像力與選擇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主觀能動性與希望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廣義相對論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時空彎曲、引力聚集秩序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舞台與背景設定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社會共同虛構與共識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三大物理理論與敘事要素映射矩陣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002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【002 重尾】真實世界服從乘法重尾分佈，極端值通吃而非平均值主導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常人誤把常態分佈當常識，以為『平均數』能代表整體現實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真實財富、注意力、科技突破均服從冪律重尾分佈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獨立疊加得常態（加法），正反饋累積生重尾（乘法）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常態是平均的和平，重尾是極端的統治（如全美前1%財富超底層50%）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普通人想在重尾世界生存，必須擁有至少一項『可被乘法放大的長板』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傳統教育只教加法補短板，現代競爭全靠乘法槓桿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加法世界 (常態分佈)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乘法世界 (重尾分佈)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底層機制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相互獨立事件簡單累加 (A + B + 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具備正反饋與網絡效應 (A × B × 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典型特徵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極端值極難出現，均值具代表性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極端值支配全局，均值毫無意義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現實案例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身高、體重、工廠計件工資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財富、圖書銷量、社交影響力、VC回報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生存策略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補齊短板、追求穩定、中庸之道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單點打穿、累積長板、主動承受波動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加法世界 (常態分佈) vs 乘法世界 (重尾分佈) 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003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【003 能動】穩態生存邏輯已成現代枷鎖，唯有做主動造波的能動者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前現代農業社會因產出有上限，演化出『勤儉、順從、低慾望』的穩態策略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現代社會由知識與資本驅動，穩態策略直接導致階級鎖死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能動者（Agent）：主動設定目標、調動資源、打破預期的主體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穩態文化本質是『防守型理性』，但在擴張型時代它等同於慢性自殺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破除『態度文化』：別用順從和感動自己來掩蓋缺乏實質產出的無能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能動者把不確定性當作槓桿，在動態擾動中獲取超額回報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穩態生存者 (前現代舊邏輯)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現代能動者 (新思維工具)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核心訴求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最小化風險、追求溫飽與不犯錯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最大化期權、追求正向非對稱回報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面對規則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被動遵守、期待外部家長式庇護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洞察底層機制、主動重構遊戲規則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行為特徵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埋頭苦幹、過度節儉、內省內疚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主動連接、調動槓桿、創造供給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抗風險力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在宏觀衝擊下極其脆弱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具備反脆弱性，能從動盪中獲益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穩態生存策略 vs 現代能動者策略對比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004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【004 約束】四大物理硬約束不可逾越，宏大敘事必須靠真金白銀的算賬戳破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人們常被宏大的情懷、口號或陰謀論欺騙，忽視客觀邊界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世界受四大硬約束制約：能量、預算、時間與熱力學第二定律（熵增）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戳破一切騙局與口號的最強武器：拿起筆『算賬』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能量與預算是物理剛性底線：沒有物質投入，任何宏圖都是空談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時間不可逆：機會成本是所有決策中最沉重的隱形成本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案例：馬斯克 DOGE 砍兩萬億預算，本質是用算賬思維直面政府硬約束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硬約束類型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底層物理定律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常見認知盲區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算賬戳破檢驗法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能量約束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熱力學第一定律 (能量守恆)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相信永動機、幻想免費能源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算真金白銀的能源轉換效率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預算約束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會計恆等式 (收支平衡)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相信既要又要還要的福利大餅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問錢從哪裡來、誰來買單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時間約束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光速有限與不可逆時間箭頭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以為可同時並行多個宏大目標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算時間佔用率與排他性代價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熵增約束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熱力學第二定律 (孤立系統熵增)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以為不維護系統也不會崩潰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算對抗混亂所需的外部輸入功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四大物理硬約束與決策算賬檢驗表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006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【006 可能】五種不確定性是生命的意義燃料，運氣比能力扮演更大角色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人出於安全感本能厭惡不確定性，企圖用宿命論或掌控幻覺自我麻痺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如果未來完全確定，生命將喪失一切意義與能動空間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區分五種不確定性，並學會與隨機性共舞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五種不確定性：世界本質量子隨機、隱藏信息、模型不完備、運氣權重、混沌敏感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承認運氣的決定性作用，反而能減輕成功者的傲慢與失敗者的自責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最優策略：在小事上追求精確，在大格局上為意外驚喜留出接口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不確定性層級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本質特徵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盲目錯誤反應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高階應對策略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本質隨機 (量子)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客觀物理不可預測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企圖算命求神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接受隨機性，用大數定律對沖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隱藏信息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信息客觀存在但被遮蔽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盲信公開宣傳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建立信號偵測網絡，做逆向推斷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模型不完備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認知框架欠擬合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削足適履迷信教條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動態更新貝葉斯先驗模型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運氣權重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重尾事件的偶然抽樣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將幸運歸功於才華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多買低成本期權，增加抽獎次數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混沌敏感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初始條件微小差異放大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妄圖做五年精確規劃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保持敏捷迭代，以反饋替代預測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五種不確定性分類與實戰應對矩陣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007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【007 內核】自我由三個層次構成，真正成長的本質是改寫神經權重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常人把當下的情緒衝動或外部人設當作真實的自我，難以自拔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自我由『進程自我』、『介面自我』與『內核自我』三層構成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大模型架構完美映射了人類自我：推理、微調與底座神經權重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進程自我（瞬時意識）= LLM Context Window，極易被當前雜訊污染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介面自我（社交面具）= System Prompt / LoRA，是適應環境的偽裝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內核自我 = 底座千億參數權重，只有經過海量高品質語料訓練才能改變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自我層次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人類認知對應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LLM 大模型對應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改變難度與策略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進程自我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當下的念頭、衝動、工作記憶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Context Window / 推理暫存區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極易波動，需靠深呼吸與抽離控制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介面自我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職場人設、禮儀面具、外顯態度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System Prompt / 微調 LoRA 權重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中等難度，隨場景與角色自由切換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內核自我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直覺本能、無意識反應、品味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底座千億神經網絡參數權重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極難改變，需海量高品質訓練與回饋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人類自我結構與大語言模型架構映射矩陣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【脈絡串聯】E01 基本世界觀：由外向內、層層推演的認知閉環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外部規律推演鏈 (001 ➔ 004)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【001 敘事】確定認知宇宙的起點：人是靠敘事構建現實的生物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【002 重尾】揭示真實世界的數學形貌：不是常態，而是極端主導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【004 約束】為敘事劃定物理紅線：任何故事不能違背能量與時間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內部主體覺醒鏈 (003 ➔ 007)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【003 能動】在硬約束世界中定位個體：放棄穩態，做主動造波者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【006 可能】賦予行動以勇氣：不確定性是意義燃料，運氣大於能力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【007 內核】找到自我重構支點：向內看，把成長落實為權重改寫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步驟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上一講結論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敘事定義目標函數 (001)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容易沉溺主觀幻想，忽視統計真相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引入重尾分佈與乘法現實 (002)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第二步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真實世界服從重尾 (002)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個體容易陷入虛無或前現代順從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提出做造波能動者的戰略 (003)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第三步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主動出擊做能動者 (003)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容易盲目冒進、忽視現實壁壘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以四大物理硬約束算賬戳破 (004)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第四步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接受硬約束與隨機性 (006)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容易迷失自我、歸因錯誤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拆解三個自我，改寫底層權重 (007)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E01 基本世界觀七講論證推進表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【精華總結】E01 基本世界觀：四大核心指針與立即可應用的算賬三問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奪回主觀敘事權：自我是敘事重心，敘事決定目標函數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走出平均化小世界：真實世界服從乘法重尾，尋找可複利長板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凡事必先算賬：四種物理硬約束不可逾越，破除一廂情願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內核自我改寫：主動挑選高品質語料輸入與明確的獎勵函數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執行【算賬破除法】測試：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針對你當前最宏大的計劃或最焦慮的抱怨，拿出一張紙算清『能量、時間、預算』三大硬約束。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如果連最基礎的預算與能量守恆都算不過來，立刻停止抒情，在約束範圍內重新尋找現實路徑！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檢驗維度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自我拷問核心問題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合格標準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行動調整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能量/資金賬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這件事的真金白銀與精力由誰出？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有確定的現金流或精力冗餘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削減多餘願望，聚焦單點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時間窗口賬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達成關鍵指標需要幾個月？來得及嗎？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符合成長客觀規律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加速啟動或更換短週期目標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反饋獎勵賬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什麼在給我的每日行為實質打分？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反饋明確客觀，杜絕虛榮心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重設日常 KPI 與衡量標準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立刻行動檢驗清單（算賬三問）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【附錄】E01 基本世界觀延伸深挖章節與段落標註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002 重尾：深挖『加法世界 vs 乘法世界』推導段落，對照個人目前收入結構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004 約束：深挖『DOGE 砍兩萬億案例』，學習分析預算結構的硬約束思維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007 內核：深挖『LLM 映射人類三個自我』段落，檢視自己的信息攝入習慣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延伸思考題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思考題 1：你目前正在做的事情，哪些屬於加法，哪些具有乘法潛能？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思考題 2：回顧你最近的一項決策，是否無意中違反了某項硬約束？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敘事第一性原理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E01 卡片 ➔ 001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重尾與極端值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E01 卡片 ➔ 002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004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硬約束與算賬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E01 卡片 ➔ 004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007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三個自我模型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E01 卡片 ➔ 007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E01 知識庫與簡報聯動路標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全書導航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【全書導覽】九大思維模組完整體系矩陣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上篇：個體內功 (E01～E04)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E01 基本世界觀：破除穩態直覺，重構不可見的自我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E02 成長戰略：能耐尋求，成為持續變強的能動者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E03 決策判斷：在無法算盡的世界科學下注與排雷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E04 學習教育：打造不可逆的個人認知資產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下篇：外部協作與演化 (E05～E09)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E05 賺錢邏輯：理解現代商業與價值捕獲本質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E06 參與者：博弈、協作與高維人際網絡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E07 領導者：組織資本、剩餘判斷權與指揮官意圖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E08 演化者：自組織臨界、路徑創造與適應性循環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E09 高觀點：二階意願、零階道理與奇點視野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模組標號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模組主題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涵蓋講數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核心攻堅課題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基本世界觀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001～007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認識世界真實面貌，建立底座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成長戰略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008～026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打造個體商業模式與複利飛輪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決策判斷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027～045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克服隨機性，做出高期望值決策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學習教育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046～057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沉澱默會知識，建立心理表徵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E05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賺錢邏輯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058～069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調用槓桿與護城河捕獲價值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九大模組精準定位矩陣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