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E05 賺錢邏輯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賺錢邏輯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E05 賺錢邏輯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打工賺的是工資，創業賺的是利潤，房東收的是租金。</a:t>
            </a:r>
          </a:p>
          <a:p/>
          <a:p>
            <a:r>
              <a:t>② 補充說明：</a:t>
            </a:r>
          </a:p>
          <a:p>
            <a:r>
              <a:t>想要超越線性增長，必須把自己置身於承擔某種市場不確定性的位置，賺取創新帶來的超額利潤。</a:t>
            </a:r>
          </a:p>
          <a:p/>
          <a:p>
            <a:r>
              <a:t>③ 下一頁轉場：</a:t>
            </a:r>
          </a:p>
          <a:p>
            <a:r>
              <a:t>如何放大個人微小的創新成果？第 059 講探討槓桿的本質。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不要再去求人借錢或拼命管人，學會用代碼和媒體武裝自己。</a:t>
            </a:r>
          </a:p>
          <a:p/>
          <a:p>
            <a:r>
              <a:t>② 補充說明：</a:t>
            </a:r>
          </a:p>
          <a:p>
            <a:r>
              <a:t>現代社會最大的紅利，就是只要寫出一段好代碼或一條好內容，全世界的手機都會在深夜為你播放。</a:t>
            </a:r>
          </a:p>
          <a:p/>
          <a:p>
            <a:r>
              <a:t>③ 下一頁轉場：</a:t>
            </a:r>
          </a:p>
          <a:p>
            <a:r>
              <a:t>有了槓桿之後，如何保證產品不被對手抄襲？第 060 講探討定價權與護城河。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如果你只能靠降價來賣東西，說明你根本沒有護城河。</a:t>
            </a:r>
          </a:p>
          <a:p/>
          <a:p>
            <a:r>
              <a:t>② 補充說明：</a:t>
            </a:r>
          </a:p>
          <a:p>
            <a:r>
              <a:t>定價權是檢驗你核心競爭力的終極試金石。打造獨一無二的價值，讓客戶覺得非你不可。</a:t>
            </a:r>
          </a:p>
          <a:p/>
          <a:p>
            <a:r>
              <a:t>③ 下一頁轉場：</a:t>
            </a:r>
          </a:p>
          <a:p>
            <a:r>
              <a:t>定價權的底層支撐是什麼？第 061 講拆解四大護城河。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做生意前先問自己：兩年後同行全搞懂了，憑什麼還是我賺錢？</a:t>
            </a:r>
          </a:p>
          <a:p/>
          <a:p>
            <a:r>
              <a:t>② 補充說明：</a:t>
            </a:r>
          </a:p>
          <a:p>
            <a:r>
              <a:t>如果回答不上來，說明你只是在吃運氣紅利。主動構建高轉換成本與網絡效應，才是百年基業的保證。</a:t>
            </a:r>
          </a:p>
          <a:p/>
          <a:p>
            <a:r>
              <a:t>③ 下一頁轉場：</a:t>
            </a:r>
          </a:p>
          <a:p>
            <a:r>
              <a:t>網絡效應具體是如何運作的？第 065 講剖析網絡效應與梅特卡夫定律。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在網絡效應的戰場上，老二的利潤不是老大的二分之一，而是零。</a:t>
            </a:r>
          </a:p>
          <a:p/>
          <a:p>
            <a:r>
              <a:t>② 補充說明：</a:t>
            </a:r>
          </a:p>
          <a:p>
            <a:r>
              <a:t>這就是為什麼互聯網巨頭寧可前期巨虧也要狂補貼搶節點。一旦網絡織成，它就是最堅固的數字護城河。</a:t>
            </a:r>
          </a:p>
          <a:p/>
          <a:p>
            <a:r>
              <a:t>③ 下一頁轉場：</a:t>
            </a:r>
          </a:p>
          <a:p>
            <a:r>
              <a:t>在這種商業環境下，收益分佈呈現什麼特徵？第 067 講剖析尾部收益。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不要為一堆平庸的芝麻忙碌，要為那個能帶來西瓜的重尾項目留出倉位。</a:t>
            </a:r>
          </a:p>
          <a:p/>
          <a:p>
            <a:r>
              <a:t>② 補充說明：</a:t>
            </a:r>
          </a:p>
          <a:p>
            <a:r>
              <a:t>在乘法商業世界中，一次重大突破足以改寫一生的財務軌跡。保護你的注意力，瞄準頭部項目。</a:t>
            </a:r>
          </a:p>
          <a:p/>
          <a:p>
            <a:r>
              <a:t>③ 下一頁轉場：</a:t>
            </a:r>
          </a:p>
          <a:p>
            <a:r>
              <a:t>最後我們梳理 E05 賺錢邏輯的脈絡串聯。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賺錢的終點不是為了讓別人羨慕，而是為了讓自己獲得不受操縱的自由。</a:t>
            </a:r>
          </a:p>
          <a:p/>
          <a:p>
            <a:r>
              <a:t>② 補充說明：</a:t>
            </a:r>
          </a:p>
          <a:p>
            <a:r>
              <a:t>這就是 E05 賺錢邏輯的終極落腳點。用槓桿與護城河捕獲財富，是為了在真實世界中自由做自己。</a:t>
            </a:r>
          </a:p>
          <a:p/>
          <a:p>
            <a:r>
              <a:t>③ 下一頁轉場：</a:t>
            </a:r>
          </a:p>
          <a:p>
            <a:r>
              <a:t>至此我們完成了 E05 賺錢邏輯的剖析，來看全模組的脈絡閉環。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E05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賺錢邏輯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E05 賺錢邏輯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E05 賺錢邏輯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E05 賺錢邏輯：10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058～069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財富不是工資的線性累積，而是以代碼與媒體等無許可槓桿放大個人創新專長，藉由網絡效應與轉換成本構築護城河，最終買回對個人時間的完全自主掌控權。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【模組骨架】賺錢邏輯核心邏輯架構與工具映射矩陣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058～069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財富本質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理解工資勞動、資本租金與創新利潤的分界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財富第一性原理 / 熊彼特利潤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從出售時間轉向捕獲創新利潤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放大槓桿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調用現代社會四大槓桿放大個人效能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勞動/資本/代碼/媒體四大槓桿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重倉邊際成本為零的代碼與內容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價值防禦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建立真正的護城河抵抗資本利潤侵蝕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定價權 / 巴菲特四大護城河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高轉換成本與網絡效應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商業模式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從單次交易跳轉為平台與生態飛輪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梅特卡夫網絡效應 / 重尾贏家通吃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構建正反饋飛輪，享受尾部暴利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賺錢邏輯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058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【058 財富第一性】工資只有均值，唯有承擔不確定性的創新才能享受超額利潤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常人誤以為工資、利潤、租金是一回事，企圖靠加班升職實現階級躍遷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經濟學三大回報：工資（體力腦力補償）、租金（排他性資源地租）、利潤（承擔不確定性的創新回報）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熊彼特：真正的『利潤』只能來自破壞式創新，一旦創新普及，利潤就會被競爭抹平為租金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工資在數學上只有均值與方差，上限被物理時間（24小時）嚴格鎖死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租金具備排他性但面臨監管與貶值風險，唯有創新利潤具備指數級爆發潛力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普通人賺錢第一步：從單純出售勞動力工資，向沉澱某種產權或創新成果躍遷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財富形態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產出依據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規模上限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風險與不確定性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勞動工資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線性出售個人體力與腦力時間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嚴格受制於 24 小時物理硬約束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低風險（短期），高脆弱（長期）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資本租金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壟斷稀缺排他性資源（房產、牌照）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中等上限，受市場利率與政策約束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中等風險，面臨政策與技術替代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創新利潤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以新組合解決未被滿足的重大難題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無上限，可享受重尾冪律通吃收益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高不確定性，需承擔失敗全部成本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工資 vs 租金 vs 創新利潤本質對照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059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【059 槓桿的本質】零邊際成本的代碼與媒體，是現代超級個體的無許可槓桿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前現代人只能調用『勞動力槓桿』（僱人）和『資本槓桿』（借錢），兩者都需要他人許可且代價高昂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納瓦爾洞見：互聯網時代賦予個體兩大全新武器——『代碼（Code）』與『媒體（Media）』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這兩者的邊際複製成本為零（Zero Marginal Cost），睡覺時也能自動為你工作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有許可槓桿：僱人要面臨管理摩擦與委託-代理背叛；借錢要面臨清算爆倉風險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無許可槓桿：寫出代碼上傳服務器、錄製視頻發到網絡，全世界隨時可訪問調用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超級個體公式：獨特專長 × 零邊際成本槓桿 = 一人抵得上一家上市公司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槓桿類型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典型載體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獲取門檻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邊際複製成本與規模效應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勞動力槓桿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員工、外包、下屬團隊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需商業談判與管理許可，人際摩擦極大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邊際成本高，人數增加引發管理內耗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資本槓桿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銀行貸款、VC融資、債券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需信用背書與股權出讓，有爆倉風險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資金規模越大要求越高，利息剛性支付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代碼槓桿 (新)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軟件、算法、自動化腳本、API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無許可（無需任何人同意，只要有電腦）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邊際成本趨近於零，全球秒級無縫複製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媒體槓桿 (新)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文章、書籍、播客、YouTube視頻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無許可（隨時發佈，演算法自然篩選）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一份作品可被億萬人同時消費，睡後增長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傳統有許可槓桿 vs 現代無許可槓桿對比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060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【060 定價權】定價權是商業的試金石，敢提價而不丟客戶才是真正的實力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許多商家陷入『成本加成定價』與『價格戰』泥潭，利潤微薄疲於奔命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巴菲特評估企業第一標準：這家公司有沒有提價能力？如果提價10%客戶會不會跑光？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定價權的本質不是成本高低，而是客戶能感知到的『價值錨定』與『不可替代性』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成本加成思維是受害者心態：永遠被供應鏈和工資牽著鼻子走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價值定價思維：為客戶節省了多少錢、創造了多少情緒價值，就從中分取合理的份額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擁有定價權的產品，根本無懼通貨膨脹與競爭對手的低價促銷攻擊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定價維度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成本加成定價 (被動價格戰)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價值錨定定價 (高維定價權)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「我花了100塊成本，加上10塊利潤賣110」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「我的解決方案幫客戶創造了100萬淨收益」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面對通脹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原材料一漲價立刻陷入虧損或客戶抗議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擁有提價自主權，能無縫轉嫁成本壓力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人際界面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在紅海中與同行殺到刺刀見紅、毛利微薄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自帶品牌溢價與忠誠門檻，客戶主動排隊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核心武器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靠死磕供應鏈與壓榨員工打價格戰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靠稀缺獨特專長、極致體驗或高轉換成本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成本加成定價 vs 價值感知定價權對照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061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【061 護城河】區分短暫紅利與永久壁壘，構築巴菲特四大結構性護城河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常人誤把『好產品』、『好管理』或『先發紅利』當成護城河，結果三年後就被競爭抹平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護城河（Economic Moat）：能長期阻擋外部資本瘋狂湧入瓜分超額利潤的『結構性壁壘』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晨星與巴菲特公認四大護城河：網絡效應、高轉換成本、無形資產（品牌/專利）、成本優勢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好管理不是護城河：只要對手花雙倍工資挖角，你的管理優勢瞬間灰飛煙滅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高轉換成本最陰險：如蘋果生態、企業 ERP 系統，換掉它的痛苦遠超軟體本身的定價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真正的護城河具備自我強化特性：規模越大，護城河越寬，對手越難跨越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屬性維度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假護城河 (短期熱鬧)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真結構性護城河 (長期印鈔機)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產品優勢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功能領先半年，隨後被同行像素級抄襲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擁有網絡效應，用戶越多對所有人價值越大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管理與人才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依賴某個天才操盤手，離職後系統癱瘓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即便換個平庸管理者，系統飛輪依然自動運轉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客戶關係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客戶哪裡便宜去哪裡，毫無忠誠度可言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轉換成本極高（遷移數據崩潰），牢牢綁定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規模效應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規模擴大引發大企業病，利潤率反而下降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規模經濟與專利壁壘，隨銷量增加成本暴跌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假護城河 (短暫紅利) vs 真護城河 (結構壁壘) 對照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065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【065 網絡效應】用戶越多價值呈平方級爆發，贏家通吃構建終極壟斷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傳統生意是線性增長（多開一家店多賺一份錢），極限受限於邊際成本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網絡效應（Network Effect）：新加入一個用戶，會使網絡中現有所有用戶的價值同時增加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梅特卡夫定律（Metcalfe's Law）：網絡的整體價值與節點數量的平方（V ∝ N²）成正比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雙邊網絡效應：如滴滴（乘客越多司機越多）、淘寶（買家越多賣家越全），兩端正反饋咬合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臨界規模（Tipping Point）：在突破臨界點前極其痛苦，一旦跨過，對手將永遠無法追趕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強大防守力：即便對手把軟體體驗做得比微信好十倍，用戶也不可能集體搬家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特徵維度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線性規模生意 (傳統門店)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網絡效應平台 (互聯網生態)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增長曲線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線性增長 (y = ax)，開新店需投入固定資本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指數級爆發 (y = x²)，越過臨界點後自行膨脹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用戶關係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用戶之間互不相識，缺乏橫向網絡聯結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用戶之間互相通訊、交易與共創，形成網狀結構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競爭格局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長尾分散，難以形成大一統壟斷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贏家通吃（Winner-take-all），前兩名瓜分90%市場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被顛覆難度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對手只要打折降價，客戶立刻移情別戀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單個用戶無法獨自離開，跨網絡遷移成本無限大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線性規模生意 vs 網絡效應平台對照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067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【067 尾部收益】商業回報服從重尾冪律，極少數頭部項目覆蓋全部平庸投入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投資者或創作者常犯『平均用力』的錯誤，以為每個項目都能賺一點錢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風險投資與內容產業的真相：全行業90%的利潤由最頭部的1%項目貢獻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彼得·蒂爾《從0到1》：最成功的投資回報，超過所有其他平庸投資的總和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冪律法則的殘酷性：第一名拿走大頭，第二名喝湯，第三名以後全在虧損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VC 的核心決策邏輯：不再問『這家公司會不會虧錢』，只問『它成了有沒有可能帶來百倍收益』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對個人的啟發：把精力從一堆平庸的小項目抽離，集中資源在最具潛力的重尾長板上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平均化傳統思維 (工匠店鋪)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重尾冪律思維 (科技創投)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成功定義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每個項目都有微薄毛利，追求穩健無虧損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允許95%失敗，只要有1個項目百倍爆發即通贏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資源配置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雨露均霑，各個業務線平分預算與人力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極度偏心，把核心資源全押在跑贏的領頭羊上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評估標準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看短期是否賺錢、風險是否受控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看潛在市場天花板是否足夠巨大、有無乘法槓桿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個人應用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到處接廉價私活，時間被瑣碎消耗乾淨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打造單一不可替代的旗艦作品，博取非線性收益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平均化傳統商業 vs 重尾冪律創投邏輯對比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069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【069 金錢觀】金錢不是用來炫耀的戰利品，而是用來購買個人自由的看跌期權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許多人賺錢是為了向鄙視自己的人證明自己，陷入『地位遊戲（Status Game）』的無底深淵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金錢的最高價值：不是買豪車名錶，而是買回對時間的自主掌控權（Fuck-off Money）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財富自由的本質：不是資產數字達到多少億，而是『你的日常支出遠低於你的無風險現金流』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地位遊戲是零和的：你排名上升意味著別人排名下降，必然引發殘酷宮鬥與內耗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財富遊戲是正和的：創造真實價值，自由與世界交換，不需要任何人的許可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終極覺醒：最大的奢華不是隨心所欲地想買什麼就買什麼，而是可以平靜地對不想做的事說『不』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觀念維度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地位遊戲 (前現代面子狂)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自由金錢觀 (現代能動者)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金錢定義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炫耀性消費的資本，證明自己比別人混得好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購買個人時間與選擇權的底氣期權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消費心理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被大牌廣告與社會攀比牽著鼻子走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極度注重資產真實回報，鄙視無意義奢靡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博弈性質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零和博弈：必須壓倒同儕才能獲得優越感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正和博弈：各取所需，互通有無，各自自在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自由狀態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身心被豪宅房貸與社交人設深深綁架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隨時可以體面抽身，對不認同的人和事說不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地位遊戲 (零和炫耀) vs 自由金錢觀 (正和獨立) 對照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【脈絡串聯】賺錢邏輯各講環環相扣，形成不可逆的論證閉環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058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059～060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061～067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069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財富第一性原理 (058)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知道要追求創新利潤，但個人力量太過渺小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調用代碼與媒體等無許可槓桿 (059)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第二步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現代槓桿工具 (059)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有了槓桿與產出，但面臨同行殘酷抄襲價格戰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建立價值錨定定價權與四大護城河 (060/061)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第三步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結構性護城河 (061)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具備防禦力，但業務增長依然停留在線性階段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啟動梅特卡夫雙邊網絡效應飛輪 (065)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第四步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重尾尾部收益 (067)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賺到了錢，但容易迷失在炫耀性地位遊戲中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樹立購買時間自由的高階金錢觀 (069)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賺錢邏輯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【精華總結】E05 賺錢邏輯：四大核心定見與實戰行動指針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破除單點迷思：從【財富第一性原理】出發，理解事物的立體多維性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建立精確模型：調用【槓桿的本質】壓縮資訊，抓住關鍵中介變量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構築防禦邊界：利用【護城河】管理風險，守住可活底線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執行【賺錢邏輯實戰自我檢測】：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收入結構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100% 依賴單一工資，手停口停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擁有版稅、代碼工具、投資分紅等多渠道收入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盤點個人專長，啟動第一份睡後產品研發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槓桿調用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主要靠自己加班硬扛，無槓桿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善用自動化腳本、AI 工具與社交媒體分發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將日常重複性業務 50% 交給自動化或 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競爭壁壘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誰都能做，只能靠低價接單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擁有高轉換成本或獨特品牌心智佔位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為核心交付件增加不可替代的專有數據積累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金錢心態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盲目追求面子消費，資產負債率高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保持低消費高自由，牢牢握住 Fuck-off Money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計算個人自由邊界，削減一項純炫耀性開銷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賺錢邏輯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【附錄】E05 賺錢邏輯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058 講 財富第一性原理：研讀原文推導過程與經典案例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060 講 定價權：學習在複雜局勢中提煉因果中介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065 講 網絡效應：檢視防禦機制是否足夠抵禦極端波動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058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財富第一性與熊彼特利潤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E05 卡片 ➔ 058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059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代碼與媒體四大槓桿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E05 卡片 ➔ 059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061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巴菲特四大結構護城河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E05 卡片 ➔ 061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069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自由金錢觀與地位遊戲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E05 卡片 ➔ 069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E05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