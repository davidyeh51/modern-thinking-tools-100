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E08 演化者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演化者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E08 演化者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【099 生成與湧現】的核心在於用機制代替道德，用結構化工具引導行為。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【100 對稱性破缺】的核心在於用機制代替道德，用結構化工具引導行為。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【101 鄰近可能】的核心在於用機制代替道德，用結構化工具引導行為。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【103 反饋回路與延遲】的核心在於用機制代替道德，用結構化工具引導行為。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【104 自組織臨界】的核心在於用機制代替道德，用結構化工具引導行為。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【106 路徑創造與破局】的核心在於用機制代替道德，用結構化工具引導行為。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【107 適應性循環與重組】的核心在於用機制代替道德，用結構化工具引導行為。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E08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演化者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E08 演化者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E08 演化者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E08 演化者：10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099–108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複雜系統不可由藍圖頂層設計，只能由微觀互動湧現生成；踩在鄰近可能邊界探索，在自組織臨界的混沌邊緣，駕馭增長與釋放的適應性循環。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【模組骨架】演化者核心邏輯架構與工具映射矩陣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099–108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生成與湧現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底層博弈模型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打破前現代舊直覺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對稱性破缺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高維機制設計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降低摩擦與信任成本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鄰近可能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動態反饋防線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避免指標異化與系統性風險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落地躍遷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反饋回路與延遲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生態卡位閉環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在複雜系統中持續演化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演化者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099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【099 生成與湧現】超越表面局限，調用結構化工具實現高維破局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傳統前現代直覺在【生成與湧現】問題上存在嚴重的局部盲區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生成與湧現 傳統舊思維 vs 現代工具模型對比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100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【100 對稱性破缺】超越表面局限，調用結構化工具實現高維破局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傳統前現代直覺在【對稱性破缺】問題上存在嚴重的局部盲區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對稱性破缺 傳統舊思維 vs 現代工具模型對比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101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【101 鄰近可能】超越表面局限，調用結構化工具實現高維破局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傳統前現代直覺在【鄰近可能】問題上存在嚴重的局部盲區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鄰近可能 傳統舊思維 vs 現代工具模型對比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103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【103 反饋回路與延遲】超越表面局限，調用結構化工具實現高維破局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傳統前現代直覺在【反饋回路與延遲】問題上存在嚴重的局部盲區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反饋回路與延遲 傳統舊思維 vs 現代工具模型對比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104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【104 自組織臨界】超越表面局限，調用結構化工具實現高維破局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傳統前現代直覺在【自組織臨界】問題上存在嚴重的局部盲區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自組織臨界 傳統舊思維 vs 現代工具模型對比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106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【106 路徑創造與破局】超越表面局限，調用結構化工具實現高維破局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傳統前現代直覺在【路徑創造與破局】問題上存在嚴重的局部盲區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路徑創造與破局 傳統舊思維 vs 現代工具模型對比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107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【107 適應性循環與重組】超越表面局限，調用結構化工具實現高維破局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傳統前現代直覺在【適應性循環與重組】問題上存在嚴重的局部盲區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適應性循環與重組 傳統舊思維 vs 現代工具模型對比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【脈絡串聯】演化者各講環環相扣，形成不可逆的論證閉環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099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100～101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103～106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107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基礎出發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生成與湧現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發現單一要素無法應對多方動態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對稱性破缺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機制深化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對稱性破缺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面臨信息不對稱與隱藏行動挑戰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鄰近可能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防護進階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鄰近可能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如何防範系統指標異化與道德風險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反饋回路與延遲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反饋回路與延遲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將認知轉化為可持續演化的穩定生態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適應性循環與重組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演化者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【精華總結】E08 演化者：四大核心定見與實戰行動指針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破除單點迷思：從【生成與湧現】出發，理解事物的立體多維性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建立精確模型：調用【對稱性破缺】壓縮資訊，抓住關鍵中介變量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構築防禦邊界：利用【反饋回路與延遲】管理風險，守住可活底線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執行【演化者實戰自我檢測】：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思維範式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憑情緒與直覺盲目反應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調用本模組結構化決策模型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先停下30秒，套用本模組框架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指望靠道德感化他人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設計激勵相容的規則與信號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重構手頭項目的利益分配機制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無視指標異化與代理人問題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部署多維度平衡反饋指標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檢查並修補目前團隊的隱形漏洞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生態演化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封閉死守既有的一畝三分地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主動擁抱外部異質信息與合作者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本週建立一次全新的跨界合作對接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演化者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【附錄】E08 演化者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099 講 生成與湧現：研讀原文推導過程與經典案例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101 講 鄰近可能：學習在複雜局勢中提煉因果中介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104 講 自組織臨界：檢視防禦機制是否足夠抵禦極端波動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099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生成與湧現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E08 卡片 ➔ 099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100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對稱性破缺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E08 卡片 ➔ 100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101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鄰近可能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E08 卡片 ➔ 101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103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反饋回路與延遲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E08 卡片 ➔ 103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E08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