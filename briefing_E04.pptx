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E04 學習教育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學習教育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E04 學習教育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只學書本上的顯性知識，你永遠只是個鍵盤俠。</a:t>
            </a:r>
          </a:p>
          <a:p/>
          <a:p>
            <a:r>
              <a:t>② 補充說明：</a:t>
            </a:r>
          </a:p>
          <a:p>
            <a:r>
              <a:t>真正的絕活都是默會的。親自下場弄髒雙手，在實戰中磨練身體感官與神經權重，才是學習的正道。</a:t>
            </a:r>
          </a:p>
          <a:p/>
          <a:p>
            <a:r>
              <a:t>③ 下一頁轉場：</a:t>
            </a:r>
          </a:p>
          <a:p>
            <a:r>
              <a:t>如何高效將知識編碼進大腦？第 047 講介紹間隔與檢索。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學習過程如果太輕鬆，說明你的大腦根本沒在學。</a:t>
            </a:r>
          </a:p>
          <a:p/>
          <a:p>
            <a:r>
              <a:t>② 補充說明：</a:t>
            </a:r>
          </a:p>
          <a:p>
            <a:r>
              <a:t>把書合上，拿出一張白紙把核心框架默寫出來。那種卡殼抓狂的感覺，正是突觸正在生長的聲音。</a:t>
            </a:r>
          </a:p>
          <a:p/>
          <a:p>
            <a:r>
              <a:t>③ 下一頁轉場：</a:t>
            </a:r>
          </a:p>
          <a:p>
            <a:r>
              <a:t>如何檢驗自己是否真正理解？第 048 講介紹費曼技巧。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深入才能淺出，能把大道理講俗才是真功夫。</a:t>
            </a:r>
          </a:p>
          <a:p/>
          <a:p>
            <a:r>
              <a:t>② 補充說明：</a:t>
            </a:r>
          </a:p>
          <a:p>
            <a:r>
              <a:t>費曼技巧逼迫你剝除所有虛榮術語的外衣。每次卡殼都是認知升級的寶貴契機。</a:t>
            </a:r>
          </a:p>
          <a:p/>
          <a:p>
            <a:r>
              <a:t>③ 下一頁轉場：</a:t>
            </a:r>
          </a:p>
          <a:p>
            <a:r>
              <a:t>面對根深蒂固的錯誤觀念該如何破除？第 049 講討論概念轉變。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學習最難的不是接受新觀點，而是放棄舊成見。</a:t>
            </a:r>
          </a:p>
          <a:p/>
          <a:p>
            <a:r>
              <a:t>② 補充說明：</a:t>
            </a:r>
          </a:p>
          <a:p>
            <a:r>
              <a:t>只有當舊模型徹底無法解釋眼前事實時，大腦才會痛苦地完成範式躍遷。歡迎認知衝突的到來！</a:t>
            </a:r>
          </a:p>
          <a:p/>
          <a:p>
            <a:r>
              <a:t>③ 下一頁轉場：</a:t>
            </a:r>
          </a:p>
          <a:p>
            <a:r>
              <a:t>有了正確觀念後，如何把技能磨練到極致？第 051 講探討刻意練習。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練習不要貪圖舒服，哪裡最卡手就死磕哪裡。</a:t>
            </a:r>
          </a:p>
          <a:p/>
          <a:p>
            <a:r>
              <a:t>② 補充說明：</a:t>
            </a:r>
          </a:p>
          <a:p>
            <a:r>
              <a:t>把大任務拆成毫米級的微動作，配上即時反饋，刻意練習是平凡人通往卓越的唯一確定途徑。</a:t>
            </a:r>
          </a:p>
          <a:p/>
          <a:p>
            <a:r>
              <a:t>③ 下一頁轉場：</a:t>
            </a:r>
          </a:p>
          <a:p>
            <a:r>
              <a:t>如何讓所學知識長期利滾利？第 055 講介紹學習的複利。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不要做知識的倉管員，要做知識的網絡編織者。</a:t>
            </a:r>
          </a:p>
          <a:p/>
          <a:p>
            <a:r>
              <a:t>② 補充說明：</a:t>
            </a:r>
          </a:p>
          <a:p>
            <a:r>
              <a:t>每學一個新概念，問自己：它跟我以前知道的哪個工具能連起來？連結越多，複利飛輪轉得越快。</a:t>
            </a:r>
          </a:p>
          <a:p/>
          <a:p>
            <a:r>
              <a:t>③ 下一頁轉場：</a:t>
            </a:r>
          </a:p>
          <a:p>
            <a:r>
              <a:t>掌握的知識如何跨界應用？第 057 講探討知識遷移。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學得深的標誌，是能在風馬牛不相及的事物間看見同一個結構。</a:t>
            </a:r>
          </a:p>
          <a:p/>
          <a:p>
            <a:r>
              <a:t>② 補充說明：</a:t>
            </a:r>
          </a:p>
          <a:p>
            <a:r>
              <a:t>把物理學的重尾遷移到財富分配，把演化論遷移到產品迭代。這就是現代思維工具課的最高境界。</a:t>
            </a:r>
          </a:p>
          <a:p/>
          <a:p>
            <a:r>
              <a:t>③ 下一頁轉場：</a:t>
            </a:r>
          </a:p>
          <a:p>
            <a:r>
              <a:t>接下來我們梳理 E04 學習教育各講的脈絡串聯。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E04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學習教育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E04 學習教育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E04 學習教育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E04 學習教育：10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046～057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學習不是硬碟搬運，而是默會知識的身體感官浸泡；以必要難度主動提取、以費曼白話戳破自欺、在刻意練習中搭建心理表徵，並以深層結構實現跨界遷移。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【模組骨架】學習教育核心邏輯架構與工具映射矩陣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046～057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知識形態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理解默會知識與顯性知識的分界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波蘭尼默會知識 / 具身認知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在做中學，身體先於語言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記憶編碼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破除溫室被動重讀的學習幻覺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間隔檢索提取 / 生成效應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主動提取，增加必要難度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概念重構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將外部知識轉化為個人心理表徵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費曼技巧 / 範式概念轉變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白話教學，戳破偽理解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技能遷移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實現從表面特徵到深層結構的遷移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刻意練習 / 結構映射遷移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建立高維心智表徵，跨界調用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學習教育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046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【046 知識的形態】我們所知遠多於我們所能言，深層價值在默會知識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常人誤以為只有能寫成文字的才是知識（顯性知識），忽視最寶貴的默會經驗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邁克爾·波蘭尼『默會知識（Tacit Knowledge）』：只可意會不可言傳的技巧與判斷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騎自行車、外科手術手感、商業直覺，全都是神經網絡沉澱的默會權重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顯性知識極易被大模型廉價複製，默會知識是人類最後的防禦護城河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默會知識的習得無法靠死記硬背，只能透過學徒制、親身試錯與高頻反饋浸泡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頂級專家往往『說不清自己怎麼做到的』，但一出手就是精準的神級操作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對比維度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顯性知識 (Explicit Knowledge)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默會知識 (Tacit Knowledge)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傳播載體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書本、PPT、標準作業流程、視頻教程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神經迴路、肌肉記憶、直覺感受、品味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獲取方式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閱讀、聽講、背誦公式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深度浸泡、師徒傳承、真實環境碰撞試錯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AI 替代性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極易被大模型抓取、總結與零成本分發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大模型極難獲取，具備高度非對稱價值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競爭優勢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門檻低、迅速平庸化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個體與企業真正的長期不可替代護城河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顯性知識 (明言) vs 默會知識 (暗默) 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047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【047 間隔與檢索】劃線重讀是偽勤奮，主動提取產生必要難度才長突觸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學生最愛的『反覆劃線、重讀筆記』能產生流暢感，但遺忘率高達90%（認知自欺）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認知科學公認金律：檢索提取（Retrieval Practice）是記憶的最強催化劑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間隔效應（Spacing Effect）：在大腦快要忘記時用力回想，突觸連接最強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必要難度（Desirable Difficulty）：越費勁提取出的知識，大腦記得越牢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測驗即學習：考試不是檢驗工具，考試本身就是最高級的學習編碼動作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打亂順序穿插練習（Interleaving）：比單一主題連續苦練更能培養判斷分類能力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10401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學習方式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心理感受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神經機制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長期記憶保持率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被動劃線重讀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極度順暢、自我感覺良好（流暢錯覺）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大腦偷懶，神經元只做表層掃描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一週後遺忘 80% 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遮擋合書回想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痛苦、阻滯感強、經常卡殼（必要難度）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強行調用長時記憶，重建突觸神經路徑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一個月後依然能精準調用 70%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間隔穿插測驗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感覺自己學得不夠連貫，容易出錯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訓練大腦在複雜場景中自動辨識題型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形成可跨情境調用的深層心理表徵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被動重讀 (溫室學習) vs 主動檢索 (硬核學習) 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048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【048 費曼技巧】如果你不能用白話給外行講明白，說明你沒真正理解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許多人背誦了一堆高大上的專業術語，自以為掌握，實則是『文字障』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物理學家理查德·費曼：頂級的理解是能用極簡白話講給八歲小孩聽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白話翻譯會強制戳破所有含混不清的邏輯跳躍，暴露真正的認知盲區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費曼四步法：選定概念 ➔ 白話向外行講解 ➔ 卡殼處重返原文 ➔ 提煉極致類比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術語自欺：術語是專家節省時間的代碼，也是初學者偽裝懂了的避難所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最高級的類比是同構：把抽象理論映射到所有人日常熟悉的生活場景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階段步驟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術語遮蔽的偽理解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費曼白話教學法 (真理解)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定義概念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抄寫教科書抽象名詞，照本宣科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用大白話一句話說清本質在解決什麼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對象設定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假設對方也是懂行專家，互飆術語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假設聽眾是毫無背景的八歲小孩或外行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遭遇卡殼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跳過細節，用「顯而易見」掩蓋漏洞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承認不懂，回查一手資料直到完全通透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終極交付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寫出冗長晦澀、無人能懂的八股論文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創造精準傳神的生活類比，一聽就懂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術語遮蔽 vs 費曼白話教學法四步對照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049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【049 概念轉變】真正的學習不是增量填充，而是世界觀範式的徹底重構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常人把學習當成硬碟拷貝（增量模型），忽視人腦早已被前現代直覺佔據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前概念（Misconceptions）極度頑固：如以為物體受力才運動、熱是某種物質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皮亞傑與庫恩：認知躍遷不是同化（Assimilation），而是痛苦的順應（Accommodation）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概念轉變四條件（Posner）：對舊概念不滿 ➔ 新概念可理解 ➔ 新概念合理 ➔ 新概念有前景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不推翻舊地基，新房子就蓋不起來：承認自己錯了是需要巨大勇氣的神經地震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教學的核心不是灌輸正確答案，而是主動設計認知衝突（Cognitive Conflict）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學習層次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同化式增量學習 (修補)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順應式概念轉變 (重構)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心理感受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舒服順暢，强化已有偏見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顛覆三觀，短暫混亂與認知失調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對待衝突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強詞奪理，把反例扭曲為符合舊框架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直面反例，承認舊模型無法解釋現實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神經代價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幾乎零代價，只是記住新名詞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極高代價，剪斷舊突觸、重新架設權重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能力躍遷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原地踏步，依然用老思維辦事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世界觀徹底洗牌，具備全新維度的視野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同化式增量學習 vs 順應式概念轉變對比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051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【051 刻意練習】走出舒適區不是口號，在學習區搭建心理表徵才是王道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一萬小時定律是嚴重誤導：一萬小時機械重複只會讓你成為一個熟練的平庸者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安德斯·埃里克森正解：唯有『刻意練習（Deliberate Practice）』才能突破瓶頸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核心指標：不是投入時間長短，而是是否在學習區建立了高質量的『心理表徵』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三大區域：舒適區（毫無進步）、學習區（微痛但可控）、恐慌區（崩潰癱瘓）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三大核心特徵：明確微目標、即時高頻反饋、全神貫注調動高級心理表徵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大師與庸手的差距：不是手速或肌肉，而是大腦能一眼看穿棋局結構的表徵能力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練習維度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盲目重複練習 (平庸陷阱)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刻意練習 (大師之路)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練習區域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永遠在舒適區彈熟悉的曲子、打熟悉的球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精準切入學習區邊界，專門啃最卡手的段落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反饋機制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沒有反饋或自我感覺良好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由教練或鏡頭提供即時、精確、刺痛的反饋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大腦參與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走神摸魚，依靠肌肉自動化慣性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工作記憶高度滿載，主動拆解每個微小動作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終極成果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工作十年等於一年經驗重複十次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構建出頂級心理表徵，實現高維直覺判斷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盲目重複練習 vs 埃里克森刻意練習對比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055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【055 學習的複利】孤立記憶只會線性遺忘，聯結成網才能產生網絡效應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許多人買書如山倒、讀書如抽絲，讀完一本忘一本，無法形成競爭優勢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大腦不是集裝箱，而是神經聯結網絡：新知識必須掛靠在舊知識的錨點上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梅特卡夫定律同樣適用於知識：網絡價值與節點數量的平方（N²）成正比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知識的複利公式：你知道得越多，學新東西就越快，因為可以調用的類比節點越多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卡片盒筆記法（Zettelkasten）：不按學科分類，只按『想法之間的聯結』進行編織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讀萬卷書的本質不是數量，而是搭建起一張四通八達、能自發湧現新想法的晶體網絡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認知結構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孤立散點記憶 (線性吸收)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網絡化知識體系 (複利湧現)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儲存方式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一本書一個文件夾，彼此互不相通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雙向鏈接，打破學科邊界，自由網狀穿梭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檢索調用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死記硬背，離開具體語境立刻想不起來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觸類旁通，看見商業案例立刻調用物理模型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學習速度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越學越累，記憶負擔沉重不堪重負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越學越快，新知識迅速被既有網格吸附同化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原創能力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只會複述他人金句，毫無原創產出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在異質節點的交叉碰撞中自然湧現全新洞見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孤立散點記憶 vs 網絡化知識複利對照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057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【057 知識遷移】穿透表面特徵迷霧，鎖定深層結構實現跨界降維打擊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許多人『換個馬甲就不認識』：在物理課上會算的題，到了經濟學考卷上就不會了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知識遷移的死敵：被『表面特徵（Surface Features）』迷惑，看不到『深層結構（Deep Structure）』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查理·芒格格柵思維：掌握100個底層思維模型，在所有行業之間自由穿梭遷移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結構映射理論（Gentner）：高階遷移只看關係網絡是否同構，不管對象長相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降維打擊的本質：把成熟領域（如物理、生物演化）的強模型遷移到新興混亂領域（如AI創業）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遷移訓練法：每解決一個問題，強迫自己抽出抽象結構，並在完全不同的領域找兩個對應物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表面特徵鎖定 (低階搬運工)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深層結構遷移 (高階架構師)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關注焦點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具體人名、行業術語、特定界面操作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因果關係、反饋回路、約束邊界、博弈結構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跨界能力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換個行業立刻抓瞎，必須重頭學起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三天摸清陌生行業底層邏輯，迅速抓住痛點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解題模式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生搬硬套死模板，遇到新變種即崩潰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調用跨學科模型進行同構映射，輸出原創方案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競爭壁壘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極低，容易隨行業生命週期一同陪葬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極高，具備終身適應力與超級個體核心底層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表面特徵鎖定 vs 深層結構遷移對比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【脈絡串聯】學習教育各講環環相扣，形成不可逆的論證閉環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046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047～048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049～055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057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知識的形態 (046)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知道要學默會知識，但不知大腦如何高效記憶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引入間隔與檢索主動提取 (047)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第二步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間隔檢索提取 (047)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記憶牢固了，但容易陷入術語背誦偽理解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以費曼白話教學法戳破盲區 (048)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第三步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概念範式重構 (049)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世界觀更新了，但在微觀技能上缺乏突破手段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在學習區調用刻意練習 (051)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第四步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知識複利網絡 (055)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知識聯網了，但在全新跨界場景中不會調用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實現穿透表面特徵的深層遷移 (057)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學習教育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【精華總結】E04 學習教育：四大核心定見與實戰行動指針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破除單點迷思：從【知識的形態】出發，理解事物的立體多維性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建立精確模型：調用【間隔與檢索】壓縮資訊，抓住關鍵中介變量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構築防禦邊界：利用【概念轉變】管理風險，守住可活底線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執行【學習教育實戰自我檢測】：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輸入方式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被動刷視頻、看書劃線劃重點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合上書主動默寫框架、設計檢索測驗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每週安排一次閉卷白紙復盤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理解檢驗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堆砌行話術語，不敢給外行解釋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能用小學二年級聽得懂的話講清楚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找一個外行朋友或小孩做講解測試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技能修煉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在舒適區反覆機械重複熟悉內容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在學習區精準切除最痛卡殼環節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每天挑選 1 個最卡手動作做刻意練習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知識架構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散亂記錄在微信收藏或零碎文檔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建立雙向鏈接知識卡片庫，自由聯結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 Obsidian 建立專屬思維模型網格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學習教育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【附錄】E04 學習教育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046 講 知識的形態：研讀原文推導過程與經典案例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048 講 費曼技巧：學習在複雜局勢中提煉因果中介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051 講 刻意練習：檢視防禦機制是否足夠抵禦極端波動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046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默會知識與身體感官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E04 卡片 ➔ 046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047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間隔檢索與必要難度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E04 卡片 ➔ 047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048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費曼技巧與白話教學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E04 卡片 ➔ 048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051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刻意練習與心理表徵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E04 卡片 ➔ 051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E04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