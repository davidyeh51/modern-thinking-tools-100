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 E09 高觀點 10 分鐘精華導讀簡報。</a:t>
            </a:r>
          </a:p>
          <a:p/>
          <a:p>
            <a:r>
              <a:t>② 補充說明：</a:t>
            </a:r>
          </a:p>
          <a:p>
            <a:r>
              <a:t>本模組精準解構 高觀點 的底層規律與實戰工具，幫助你在不確定世界中做出高質量決策與行動。</a:t>
            </a:r>
          </a:p>
          <a:p/>
          <a:p>
            <a:r>
              <a:t>③ 下一頁轉場：</a:t>
            </a:r>
          </a:p>
          <a:p>
            <a:r>
              <a:t>首先透過模組骨架圖，縱覽本板塊的核心推演邏輯。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E09 高觀點 構建了嚴謹的理論與實踐閉環。</a:t>
            </a:r>
          </a:p>
          <a:p/>
          <a:p>
            <a:r>
              <a:t>② 補充說明：</a:t>
            </a:r>
          </a:p>
          <a:p>
            <a:r>
              <a:t>從底層公理出發，層層推進到行為與系統層面，提供清晰的思考導航。</a:t>
            </a:r>
          </a:p>
          <a:p/>
          <a:p>
            <a:r>
              <a:t>③ 下一頁轉場：</a:t>
            </a:r>
          </a:p>
          <a:p>
            <a:r>
              <a:t>現在讓我們逐一深入探討各講的核心突破口。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【109 零階道理與真理表決權】的核心在於用機制代替道德，用結構化工具引導行為。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【110 宇宙底層目標函數】的核心在於用機制代替道德，用結構化工具引導行為。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【111 二階意願與元表徵】的核心在於用機制代替道德，用結構化工具引導行為。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【112 副產品與斜行定律】的核心在於用機制代替道德，用結構化工具引導行為。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【113 自我約束的爆發力】的核心在於用機制代替道德，用結構化工具引導行為。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【116 立題能力與給事情做主】的核心在於用機制代替道德，用結構化工具引導行為。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【119 預訓練底座與微調】的核心在於用機制代替道德，用結構化工具引導行為。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E09 各講之間具有強烈的因果承接關係。</a:t>
            </a:r>
          </a:p>
          <a:p/>
          <a:p>
            <a:r>
              <a:t>② 補充說明：</a:t>
            </a:r>
          </a:p>
          <a:p>
            <a:r>
              <a:t>每一講都解決了上一講留下的未竟之問，構成階梯式的認知躍遷。</a:t>
            </a:r>
          </a:p>
          <a:p/>
          <a:p>
            <a:r>
              <a:t>③ 下一頁轉場：</a:t>
            </a:r>
          </a:p>
          <a:p>
            <a:r>
              <a:t>接下來回顧模組總結與今日立即可落地的行動指針。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高觀點 的認知唯有在真實行動中才能轉化為個人資產。</a:t>
            </a:r>
          </a:p>
          <a:p/>
          <a:p>
            <a:r>
              <a:t>② 補充說明：</a:t>
            </a:r>
          </a:p>
          <a:p>
            <a:r>
              <a:t>透過右側的評估清單，找出自身阻力最大的環節，精準突破。</a:t>
            </a:r>
          </a:p>
          <a:p/>
          <a:p>
            <a:r>
              <a:t>③ 下一頁轉場：</a:t>
            </a:r>
          </a:p>
          <a:p>
            <a:r>
              <a:t>最後為本模組的延伸深挖指南與路標導引。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E09 高觀點 導讀圓滿完成！</a:t>
            </a:r>
          </a:p>
          <a:p/>
          <a:p>
            <a:r>
              <a:t>② 補充說明：</a:t>
            </a:r>
          </a:p>
          <a:p>
            <a:r>
              <a:t>感謝聆聽！歡迎在入口網站或投影片播放器中深入研讀每一講的細節。</a:t>
            </a:r>
          </a:p>
          <a:p/>
          <a:p>
            <a:r>
              <a:t>③ 下一頁轉場：</a:t>
            </a:r>
          </a:p>
          <a:p>
            <a:r>
              <a:t>期待繼續探索下一模組！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E09 高觀點 · 10 分鐘精華導讀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E09 高觀點：10 分鐘掌握核心框架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涵蓋 第 109–120 講 · 萬維鋼思維工具深度提煉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模組一句話核心主張（解決什麼問題）：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最高級的智慧是超越一階慾望的二階審視；凡最珍貴之物皆為間接追求的副產品，以自我約束聚積能量，在 AGI 時代以深刻的立題能力給事情做主。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規格：12 頁麥肯錫顧問標準   |   節奏：10 分鐘掌握全模組精華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模組架構圖   |   PAGE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【模組骨架】高觀點核心邏輯架構與工具映射矩陣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核心命題與出發點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覆蓋 第 109–120 講，解決傳統直覺認知漏洞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建立立體多維度分析框架，拒絕單一線性思維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將複雜理論轉化為高可操作性的決策工具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模組支柱與落地目標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第一階段：確立底層元規則與物理邊界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第二階段：調用關鍵模型完成認知壓縮與對齊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第三階段：建立動態迭代與風險防護機制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支柱階段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核心課題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思維工具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產出結果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認知出發點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零階道理與真理表決權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底層博弈模型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打破前現代舊直覺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核心工具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宇宙底層目標函數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高維機制設計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降低摩擦與信任成本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系統防護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二階意願與元表徵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動態反饋防線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避免指標異化與系統性風險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落地躍遷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副產品與斜行定律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生態卡位閉環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在複雜系統中持續演化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高觀點 核心支柱推演表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109 講重點   |   PAGE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【109 零階道理與真理表決權】超越表面局限，調用結構化工具實現高維破局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傳統前現代直覺在【零階道理與真理表決權】問題上存在嚴重的局部盲區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零階道理與真理表決權 傳統舊思維 vs 現代工具模型對比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110 講重點   |   PAGE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【110 宇宙底層目標函數】超越表面局限，調用結構化工具實現高維破局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傳統前現代直覺在【宇宙底層目標函數】問題上存在嚴重的局部盲區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宇宙底層目標函數 傳統舊思維 vs 現代工具模型對比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111 講重點   |   PAGE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【111 二階意願與元表徵】超越表面局限，調用結構化工具實現高維破局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傳統前現代直覺在【二階意願與元表徵】問題上存在嚴重的局部盲區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二階意願與元表徵 傳統舊思維 vs 現代工具模型對比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112 講重點   |   PAGE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【112 副產品與斜行定律】超越表面局限，調用結構化工具實現高維破局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傳統前現代直覺在【副產品與斜行定律】問題上存在嚴重的局部盲區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副產品與斜行定律 傳統舊思維 vs 現代工具模型對比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113 講重點   |   PAGE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【113 自我約束的爆發力】超越表面局限，調用結構化工具實現高維破局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傳統前現代直覺在【自我約束的爆發力】問題上存在嚴重的局部盲區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自我約束的爆發力 傳統舊思維 vs 現代工具模型對比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116 講重點   |   PAGE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【116 立題能力與給事情做主】超越表面局限，調用結構化工具實現高維破局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傳統前現代直覺在【立題能力與給事情做主】問題上存在嚴重的局部盲區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立題能力與給事情做主 傳統舊思維 vs 現代工具模型對比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119 講重點   |   PAGE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【119 預訓練底座與微調】超越表面局限，調用結構化工具實現高維破局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傳統前現代直覺在【預訓練底座與微調】問題上存在嚴重的局部盲區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預訓練底座與微調 傳統舊思維 vs 現代工具模型對比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模組脈絡串聯   |   PAGE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【脈絡串聯】高觀點各講環環相扣，形成不可逆的論證閉環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推演前半程：從破除舊執到建立模型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由第 109 講破除直覺偏誤，直面底層硬客觀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透過第 110～111 講建立量化模型與決策邊界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推演後半程：從策略防護到系統躍遷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在第 112～116 講部署槓桿工具與動態防禦機制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於第 119 講形成高維協同閉環，落實為行為本能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推進階段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前一講結論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暴露的新盲區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下一講破局方案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基礎出發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零階道理與真理表決權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發現單一要素無法應對多方動態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宇宙底層目標函數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機制深化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宇宙底層目標函數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面臨信息不對稱與隱藏行動挑戰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二階意願與元表徵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防護進階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二階意願與元表徵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如何防範系統指標異化與道德風險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副產品與斜行定律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終極閉環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副產品與斜行定律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將認知轉化為可持續演化的穩定生態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預訓練底座與微調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高觀點 邏輯推進階梯表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模組總結與落地   |   PAGE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【精華總結】E09 高觀點：四大核心定見與實戰行動指針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全模組精華濃縮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1. 破除單點迷思：從【零階道理與真理表決權】出發，理解事物的立體多維性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2. 建立精確模型：調用【宇宙底層目標函數】壓縮資訊，抓住關鍵中介變量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3. 構築防禦邊界：利用【副產品與斜行定律】管理風險，守住可活底線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4. 持續動態演化：在反饋回路中保持敏捷，享受非線性複利紅利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讀完後立刻可應用的 1 件事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🎯 執行【高觀點實戰自我檢測】：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拿出筆記，依據本頁右側評估表逐項審視自己目前處於『低階被動』還是『高階能動』。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針對得分最低的一項，立刻制定一條 If-Then 行動計劃並在 24 小時內啟動！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評估維度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低階被動狀態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高階能動狀態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即刻落地行動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思維範式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憑情緒與直覺盲目反應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調用本模組結構化決策模型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先停下30秒，套用本模組框架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機制設計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指望靠道德感化他人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設計激勵相容的規則與信號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重構手頭項目的利益分配機制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風險防護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無視指標異化與代理人問題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部署多維度平衡反饋指標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檢查並修補目前團隊的隱形漏洞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生態演化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封閉死守既有的一畝三分地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主動擁抱外部異質信息與合作者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本週建立一次全新的跨界合作對接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高觀點 個人實戰評估與改進矩陣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深挖指南   |   PAGE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【附錄】E09 高觀點 延伸深挖章節與段落標註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推薦重點深挖講數與段落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109 講 零階道理與真理表決權：研讀原文推導過程與經典案例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111 講 二階意願與元表徵：學習在複雜局勢中提煉因果中介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113 講 自我約束的爆發力：檢視防禦機制是否足夠抵禦極端波動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延伸實踐指南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在日常決策與工作日誌中記錄本模組思維工具的調用記錄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定期與 AI 進行反方辯駁演練，檢視模型邊界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知識庫對應位置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簡報直達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109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零階道理與真理表決權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E09 卡片 ➔ 109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110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宇宙底層目標函數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E09 卡片 ➔ 110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slides.html?slide=110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111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二階意願與元表徵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E09 卡片 ➔ 111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112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副產品與斜行定律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E09 卡片 ➔ 112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slides.html?slide=112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E09 知識庫與簡報聯動路標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