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歡迎進入 E02 成長戰略 10 分鐘精華導讀簡報。</a:t>
            </a:r>
          </a:p>
          <a:p/>
          <a:p>
            <a:r>
              <a:t>② 補充說明：</a:t>
            </a:r>
          </a:p>
          <a:p>
            <a:r>
              <a:t>本模組解答個人如何擺脫被動工具人身分，把自己當作一家供給側公司，透過能耐尋求與複利槓桿持續變強。</a:t>
            </a:r>
          </a:p>
          <a:p/>
          <a:p>
            <a:r>
              <a:t>③ 下一頁轉場：</a:t>
            </a:r>
          </a:p>
          <a:p>
            <a:r>
              <a:t>接下來透過模組骨架圖，縱覽本板塊十九講的三階戰略架構。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E02 成長戰略是一套完整的個體商業模式演化系統。</a:t>
            </a:r>
          </a:p>
          <a:p/>
          <a:p>
            <a:r>
              <a:t>② 補充說明：</a:t>
            </a:r>
          </a:p>
          <a:p>
            <a:r>
              <a:t>從內部的動力心態出發，沉澱長期複利資本，最終透過結構洞與賽道選擇在外部生態中卡位。</a:t>
            </a:r>
          </a:p>
          <a:p/>
          <a:p>
            <a:r>
              <a:t>③ 下一頁轉場：</a:t>
            </a:r>
          </a:p>
          <a:p>
            <a:r>
              <a:t>首先深入第 008 講的核心工具：能耐尋求定理。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能耐尋求告訴我們：最好的決策是讓未來的自己擁有更多底氣與選項。</a:t>
            </a:r>
          </a:p>
          <a:p/>
          <a:p>
            <a:r>
              <a:t>② 補充說明：</a:t>
            </a:r>
          </a:p>
          <a:p>
            <a:r>
              <a:t>貧困和上癮都是隧道效應的極端表現。君子不器意味著不把自我工具化，專注當下的同時保持邊界擴展。</a:t>
            </a:r>
          </a:p>
          <a:p/>
          <a:p>
            <a:r>
              <a:t>③ 下一頁轉場：</a:t>
            </a:r>
          </a:p>
          <a:p>
            <a:r>
              <a:t>有了選項的個體如何與他人合作？第 009 講提出供給側心態。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把自己打造成低摩擦、高信用的標準化合作模塊，世界會主動找你對接。</a:t>
            </a:r>
          </a:p>
          <a:p/>
          <a:p>
            <a:r>
              <a:t>② 補充說明：</a:t>
            </a:r>
          </a:p>
          <a:p>
            <a:r>
              <a:t>現代社會分工極度細密。被踢出合作網絡是最大的懲罰。供給側心態是跳出內卷的第一張通行證。</a:t>
            </a:r>
          </a:p>
          <a:p/>
          <a:p>
            <a:r>
              <a:t>③ 下一頁轉場：</a:t>
            </a:r>
          </a:p>
          <a:p>
            <a:r>
              <a:t>建立了供給側心態後，個體如何積累長遠優勢？進入第 010 講複利資本。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複利是宇宙間最強大的非線性槓桿，關鍵在於找到可積累的資產。</a:t>
            </a:r>
          </a:p>
          <a:p/>
          <a:p>
            <a:r>
              <a:t>② 補充說明：</a:t>
            </a:r>
          </a:p>
          <a:p>
            <a:r>
              <a:t>勞動不能複利，但知識、聲譽和關係可以。每天做可積累的事，時間就是你的盟友。</a:t>
            </a:r>
          </a:p>
          <a:p/>
          <a:p>
            <a:r>
              <a:t>③ 下一頁轉場：</a:t>
            </a:r>
          </a:p>
          <a:p>
            <a:r>
              <a:t>支撐長期積累的內在動力來自哪裡？第 012 講探討自我決定理論。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真正的贏家都不是苦哈哈熬出來的，而是玩出了自驅的樂趣。</a:t>
            </a:r>
          </a:p>
          <a:p/>
          <a:p>
            <a:r>
              <a:t>② 補充說明：</a:t>
            </a:r>
          </a:p>
          <a:p>
            <a:r>
              <a:t>當工作滿足自主、勝任、關係三大需求，你的神經系統會自發分泌多巴胺，根本無需外力鞭策。</a:t>
            </a:r>
          </a:p>
          <a:p/>
          <a:p>
            <a:r>
              <a:t>③ 下一頁轉場：</a:t>
            </a:r>
          </a:p>
          <a:p>
            <a:r>
              <a:t>大腦如何維持生理與心理的動態平衡？第 014 講介紹自由能原理。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活著就是一場永不停歇的預測與對齊遊戲。</a:t>
            </a:r>
          </a:p>
          <a:p/>
          <a:p>
            <a:r>
              <a:t>② 補充說明：</a:t>
            </a:r>
          </a:p>
          <a:p>
            <a:r>
              <a:t>遭遇挫折時不要內耗，先問自己：這件事是我該更新認知模型，還是我該主動採取行動改變局面？</a:t>
            </a:r>
          </a:p>
          <a:p/>
          <a:p>
            <a:r>
              <a:t>③ 下一頁轉場：</a:t>
            </a:r>
          </a:p>
          <a:p>
            <a:r>
              <a:t>如何讓大腦保持敏銳的預測能力？第 015 講提出主動高認知負荷。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專注力不是咬牙堅持，而是把大腦的工作記憶用高質量難題填滿。</a:t>
            </a:r>
          </a:p>
          <a:p/>
          <a:p>
            <a:r>
              <a:t>② 補充說明：</a:t>
            </a:r>
          </a:p>
          <a:p>
            <a:r>
              <a:t>把每一部電影、每一次對話當作解密遊戲，你的大腦自然會切換到 Pro 模式。</a:t>
            </a:r>
          </a:p>
          <a:p/>
          <a:p>
            <a:r>
              <a:t>③ 下一頁轉場：</a:t>
            </a:r>
          </a:p>
          <a:p>
            <a:r>
              <a:t>有了高認知負荷的思考，如何落實為行為？第 016 講介紹 WOOP 心理工具。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不要讓大腦在真空裡空想成功，要讓它看清障礙並裝上自動扳機。</a:t>
            </a:r>
          </a:p>
          <a:p/>
          <a:p>
            <a:r>
              <a:t>② 補充說明：</a:t>
            </a:r>
          </a:p>
          <a:p>
            <a:r>
              <a:t>WOOP 的威力在於把潛意識的擔憂轉化為顯性的如果-那麼代碼，讓行為自動化。</a:t>
            </a:r>
          </a:p>
          <a:p/>
          <a:p>
            <a:r>
              <a:t>③ 下一頁轉場：</a:t>
            </a:r>
          </a:p>
          <a:p>
            <a:r>
              <a:t>個體準備就緒後，如何外部連結？第 017 講探討結構洞與社交資本。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真正的高手不參與同質內卷，而是站在兩個世界的交界處賺取結構差價。</a:t>
            </a:r>
          </a:p>
          <a:p/>
          <a:p>
            <a:r>
              <a:t>② 補充說明：</a:t>
            </a:r>
          </a:p>
          <a:p>
            <a:r>
              <a:t>把技術講給商人聽，把商業邏輯講給工程師聽。跨越結構洞就是現代最強的社交槓桿。</a:t>
            </a:r>
          </a:p>
          <a:p/>
          <a:p>
            <a:r>
              <a:t>③ 下一頁轉場：</a:t>
            </a:r>
          </a:p>
          <a:p>
            <a:r>
              <a:t>在網絡中找到位置後，如何選擇長遠賽道？進入 E02 脈絡串聯。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E02 是一張清晰的個人商業模式重構地圖。</a:t>
            </a:r>
          </a:p>
          <a:p/>
          <a:p>
            <a:r>
              <a:t>② 補充說明：</a:t>
            </a:r>
          </a:p>
          <a:p>
            <a:r>
              <a:t>從自我能耐的賦能出發，經過資本與習慣的沉澱，最終在開放網絡中實現生態卡位。</a:t>
            </a:r>
          </a:p>
          <a:p/>
          <a:p>
            <a:r>
              <a:t>③ 下一頁轉場：</a:t>
            </a:r>
          </a:p>
          <a:p>
            <a:r>
              <a:t>最後我們來看本模組的精華總結與自我評估表。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把自己當作一家一人公司來經營，你是這家公司唯一的產品經理與戰略官。</a:t>
            </a:r>
          </a:p>
          <a:p/>
          <a:p>
            <a:r>
              <a:t>② 補充說明：</a:t>
            </a:r>
          </a:p>
          <a:p>
            <a:r>
              <a:t>停止等待被外界評分，主動建立自己的供給側模塊。你的期權越多，世界的阻力就越小。</a:t>
            </a:r>
          </a:p>
          <a:p/>
          <a:p>
            <a:r>
              <a:t>③ 下一頁轉場：</a:t>
            </a:r>
          </a:p>
          <a:p>
            <a:r>
              <a:t>最後為本模組的延伸深挖指南。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E02 成長戰略導讀圓滿完成！</a:t>
            </a:r>
          </a:p>
          <a:p/>
          <a:p>
            <a:r>
              <a:t>② 補充說明：</a:t>
            </a:r>
          </a:p>
          <a:p>
            <a:r>
              <a:t>感謝聆聽，歡迎返回首頁切換至 E03 決策判斷，或直接深入 120 講投影片。</a:t>
            </a:r>
          </a:p>
          <a:p/>
          <a:p>
            <a:r>
              <a:t>③ 下一頁轉場：</a:t>
            </a:r>
          </a:p>
          <a:p>
            <a:r>
              <a:t>期待下一模組的精彩相遇！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058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E02 成長戰略 · 10 分鐘精華導讀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E02 成長戰略：成為持續變強的能動者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3C5FD"/>
                </a:solidFill>
              </a:defRPr>
            </a:pPr>
            <a:r>
              <a:t>涵蓋 008～026 講 · 能耐尋求、複利積累、自由能對齊與賽道躍遷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749039"/>
            <a:ext cx="9966960" cy="1645920"/>
          </a:xfrm>
          <a:prstGeom prst="roundRect">
            <a:avLst/>
          </a:prstGeom>
          <a:solidFill>
            <a:srgbClr val="0F2341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886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💡 模組一句話核心主張（解決什麼問題）：</a:t>
            </a:r>
          </a:p>
          <a:p>
            <a:pPr>
              <a:defRPr sz="1450">
                <a:solidFill>
                  <a:srgbClr val="FFFFFF"/>
                </a:solidFill>
              </a:defRPr>
            </a:pPr>
            <a:r>
              <a:t>人生不是一場押注單一目標的豪賭，而是以能耐尋求維持多選項、積累七大可轉化複利資本、跨越結構洞並在探索與利用中實現非線性躍遷的動態演化旅途。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150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作者：萬維鋼   |   規格：13 頁麥肯錫顧問標準   |   節奏：10 分鐘掌握全模組精華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模組架構圖   |   PAGE 2/13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【模組骨架】從底層動機推演至賽道躍遷，構建個體非線性複利飛輪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內功與心態 (008-015)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【008 能耐尋求】君子不器，增加未來可選項信道容量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【009 供給側心態】消除協作摩擦，爭奪合作資格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【010 複利資本】積累七大可轉化資本，r &gt; g 財富本質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【014 自由能】以知覺與主動推斷最小化驚訝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外擴與躍遷 (016-026)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【016 WOOP】心理比對與執行意圖破除漂流默認值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【017 結構洞】跨界連結資訊孤島，獲取非對稱社交資本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【022 賽道選擇】小眾賽道+多面手，突破天花板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【026 共鳴】使命驅動的終極成長閉環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104013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戰略支柱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核心課題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思維工具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產出結果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動力機制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為何而戰？如何自驅？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自我決定理論 (SDT) / 自由能原理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內控型動機，消除內耗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資本積累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如何抵抗邊際報酬遞減？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能耐尋求 / 七大複利資本飛輪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可積累、可轉化的高維護城河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外部定位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去哪裡打？如何競爭？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供給側心態 / 結構洞 / 賽道選擇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避開紅海競爭，搶佔合作資格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E02 模組三大戰略支柱推演矩陣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008 講重點   |   PAGE 3/13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【008 能耐尋求】決策目標是增加未來的可選項，做目標的主人而非目標的工具人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常人把單一目標（如考上公職、買房）當作人生終點，陷入『隧道效應』認知窄化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沃爾珀特能耐尋求定理：不確定環境中，最優策略是保持並增加未來的可選項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康德『人只能是目的不能是手段』在現代智能體理論中的精準數學重現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器 vs 君子：器是被單一目標驅使的工具；君子能專注於目標，但隨時可抽身自由選擇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斜行定律（Obliquity）：財富、幸福等最珍貴之物都是間接追求的副產品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賦能（Empowerment）：一切讓選項變多的動作都是賦能，受制於人的都是失能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對比維度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「器」的工具人思維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「君子不器」能耐尋求思維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目標關係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被單一目標綁架（KPI/房貸/分數）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做目標的主人，隨時保有跳出期權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認知狀態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隧道效應：視野窄化，忽視系統風險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全景視角：保持對環境多維度的敏感度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決策準則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追求眼前的局部極值最大化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保持並擴大未來狀態的信道容量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應對失敗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目標破滅即人生崩潰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啟動備用選項，演化出新生態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「器」思維 vs 「君子不器」能耐尋求思維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009 講重點   |   PAGE 4/13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【009 供給側心態】現代競爭的本質是爭奪「合作資格」，主動降低協作摩擦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許多人把零和博弈（搶存量、搞宮鬥）當常識，深陷內耗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現代市場因『信息可複製』與『分工網絡』天然是正和博弈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供給側心態：把自己當成提供高質量模塊、極低摩擦的合作方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三大動作：價值生產、消除摩擦（如『膠水員工』串聯跨部門）、網絡觸達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現代最大懲罰：不是被擊敗，而是被從大家的『長期合作名單』中悄悄劃掉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聲譽是重複博弈中他人對你未來合作價值的貼現值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需求側心態 (零和搶奪)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供給側心態 (正和合作)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「別人能給我什麼好處？」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「我能為系統降低多少摩擦、提供什麼確定性？」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競爭定義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把對手踩在腳下搶資源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展現無可替代的信用，爭奪長期合作資格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人際界面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高摩擦、易猜忌、錙銖必較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低摩擦、即插即用、標準化高質量輸出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長期結果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被邊緣化、陷入孤島博弈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嵌入多重正和網絡，享受非線性網絡效應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需求側索取心態 vs 供給側赋能心態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010 講重點   |   PAGE 5/13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【010 複利】富人的秘密在於優勢可積累，積累七種可互相轉化的複利資本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打工賺錢是線性出售時間，邊際報酬遞減且不可積累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皮凱蒂 r &gt; g 揭示財富差距本質：資本回報率天然大於勞動回報率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真正的富裕是擁有『能自我積累、跨領域轉化』的資本矩陣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複利的秘密不在利率高，而在於持續時間極長且不斷鏈（巴菲特99%財富在50歲後）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七大可積累資本：金錢、人力、健康、社會、聲望、心理、體驗資本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人生複利階段：年輕抬利率（人力），中年用槓桿（規模），老年懂取捨（分紅）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資本類型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積累標的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轉化乘數與槓桿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流失風險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人力資本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專業深度、解決難題經驗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可轉化為金錢與社會聲望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知識陳舊、不願更新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聲望資本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作品公開影響力、專業信譽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大幅降低外部合作交易成本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造假失信、言行不一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社會資本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結構洞跨界網絡、互信關係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撬動非對稱信息與稀缺資源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功利社交、無價值消耗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心理資本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韌性、自我效能感、樂觀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在動盪期支撐持續行動下注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長期內耗、習得性無助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七大複利資本與轉化飛輪矩陣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012 講重點   |   PAGE 6/13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【012 自我決定】一流人物不可能是痛苦的卷王，內在動機決定長遠成就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靠外部金錢或考核逼迫做事，會引發『過度理由效應』扼殺興趣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自我決定理論（SDT）：動機有質量之分，自驅才是最高級的動力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孔子『知之者不如好之者，好之者不如樂之者』的現代心理學實證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三大基本心理需求：自主感（我說了算）、勝任感（我能搞定）、關係感（有人關心）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動機六層光譜：無動機 ➔ 外部調節 ➔ 內攝調節 ➔ 認同調節 ➔ 整合調節 ➔ 內在動機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打工人破局：主動把控制點向內移，把例行枯燥任務『遊戲化與意義化』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動機層級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典型心態與語言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控制點歸屬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行動持久度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外部調節 (低階)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「不這樣做老闆會扣我獎金」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完全外在控制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極其脆弱，誘因消失即停止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內攝調節 (過渡)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「我不加班會覺得很內疚」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內化的外在壓力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高內耗，容易產生焦慮與崩潰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認同/整合 (成熟)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「這份工作符合我個人的長遠目標」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部分自覺內控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穩定持久，具備主動解決困難能力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內在動機 (極致)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「這件事本身太好玩、太有意義了」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完全內在自驅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無限續航，自然進入極致心流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外部控制動機 vs 內在自驅動機光譜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014 講重點   |   PAGE 7/13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【014 自由能】生命的本質是對齊，透過知覺推斷與主動推斷最小化驚訝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大腦消耗人體20%熱量，它在物理底層到底在運算什麼？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弗里斯頓自由能原理（FEP）：大腦是一台『預測機器』，核心任務是最小化自由能（驚訝）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做魚不是做水：既要維持自身組織的邊界（馬爾可夫毯），又要與環境融洽對齊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兩手抓：知覺推斷（改想法適應世界）vs 主動推斷（改世界符合想法）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心流與學習的本質：剛好落在『小驚訝區』；零驚訝是鈍化死寂，大驚訝是崩潰失控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拖延症的物理本質：大腦害怕宏觀預測失準帶來的自由能激增，應縮小預測顆粒度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104013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應對機制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物理動作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心態範式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失敗後果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知覺推斷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修正內部預測模型，適應外部現實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承認無知，更新認知先驗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偏執狂、認知失調、活在幻覺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主動推斷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採取行動改變外部物理與社交環境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主動創造、輸出秩序、改造世界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無力感、習得性無助、任人宰割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心流狀態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內部預測能力與外部挑戰精準咬合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沉浸於微小而可控的小驚訝中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無聊麻木（挑戰過低）或焦慮（挑戰過高）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自由能最小化之雙向對齊機制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015 講重點   |   PAGE 8/13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【015 主動高認知負荷】注意力是頂級資產，用硬核思考把走神擠出大腦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現代人被短視頻碎片信息重塑神經回路，注意力嚴重渙散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哈佛研究證實：清醒時46.9%在走神，且『走神直接導致不快樂』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專注不是用意志力對抗走神，而是用高難度任務主動『擠走』默認模式網絡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萬維鋼原創概念：『主動高認知負荷』，手動將日常任何事變成智力挑戰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逆向工程一切：看短視頻分析腳本、開會分析各方利益博弈、看劇預判伏筆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大腦的工作記憶只有4個組塊，滿載時自動開啟 Pro 深度心流模式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特徵維度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被動低認知負荷 (短視頻/摸魚)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主動高認知負荷 (Pro 思考者)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大腦網絡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默認模式網絡 (DMN) 活化，隨波逐流走神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中央執行網絡 (CEN) 掌管，工作記憶滿載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心理狀態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空虛、微焦慮、時間飛逝後的自責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沉浸、掌控感、高度聚焦、深層愉悅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處理深度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表層感官刺激，神經元零散放電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深度結構拆解、尋找因果鏈條與底層模型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長期演化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盡責性下降、神經質上升、專注力退化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建立高維心理表徵，具備原創解題能力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被動低認知負荷 (走神模式) vs 主動高認知負荷 (Pro 模式)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016 講重點   |   PAGE 9/13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【016 WOOP】自律不如習慣，用心理比對與 If-Then 計劃打破默認漂流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98% 的人處於『漂流（Drifting）』狀態，讓環境默認值替自己做決定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單純的積極幻想（如對著鏡子喊加油）反而會降低血壓與行動能量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厄廷根 WOOP 工具：用『心理比對』將願望與障礙在神經中緊密綁定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W (Wish) ➔ O (Outcome 具體感受) ➔ O (Obstacle 內在障礙) ➔ P (Plan If-Then)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核心殺招：障礙必須向內找（如恐懼、拖延、愛面子），而非抱怨外部環境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執行意圖（Implementation Intentions）：把環境線索直接變成啟動扳機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步驟維度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盲目積極幻想 (雞湯心態)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WOOP 心理比對 (科學行動)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目標設定 (W)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模糊宏大（「今年我要變強」）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聚焦具體挑戰（「這週完成第一份導讀」）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美好結果 (O)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沉溺於成功後的掌聲幻想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具體體驗達成目標時身心的篤定與輕鬆感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障礙定位 (O)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忽視困難，遇到挫折怨天尤人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誠實直面內心阻力（「我害怕寫得不夠好」）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執行計劃 (P)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靠意志力硬撐，容易半途而廢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If-Then 自動扳機（「一旦鬧鐘響，立即打開編輯器」）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盲目積極幻想 vs WOOP 心理比對機制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017 講重點   |   PAGE 10/13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【017 結構洞】跨界連結資訊孤島，搶佔生態位獲取非對稱社交資本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多數人在同質圈子裡內卷（強關聯但冗餘），耗費精力卻得不到增量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伯特『結構洞（Structural Holes）』理論：跨越兩個互不相通的群體價值最大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社交資本不在於你認識多少人，而在於你是否卡在資訊流的關鍵樞紐上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弱關聯的優勢：格蘭諾維特證實，帶來好機會的大多是平時不常聯絡的人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做跨界『翻譯官』：把 A 領域的常識包裝為 B 領域的降維打擊武器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搬家思維：如果當前場域天花板太低，最高效的戰略是直接換個高能場域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網絡特徵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同質小圈子網絡 (高冗餘)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結構洞跨界網絡 (高杠桿)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信息密度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高度重複，大家看一樣的新聞與話題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異質非對稱信息，具備早期先發優勢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價值創造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互相點贊、情緒共鳴、局部卷死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套利與整合：將外部解法引入內部難題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競爭位置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容易被替代的普通節點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無可取代的不可或缺橋樑樞紐 (Bridge)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突破天花板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被圈子共識錨定，無法跳出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隨時可跳轉至更高階賽道與生態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同質稠密網絡 vs 結構洞跨界網絡對比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模組脈絡串聯   |   PAGE 11/13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【脈絡串聯】E02 成長戰略：從個體自驅到生態躍遷的演化階梯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內在自驅與資本積累 (008 ➔ 015)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【008 能耐尋求】明確最高原則：保持多選項，拒絕被單一目標綁架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【009 供給側心態】打開外部格局：提供高質量合作模塊，消除協作摩擦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【010 複利資本】積累七大可轉化資產，以 r &gt; g 構築長遠護城河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【014 自由能】雙向對齊外部世界，以主動高認知負荷保持敏銳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行為落地與賽道躍遷 (016 ➔ 026)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【016 WOOP】用科學心理工具將願望落地，破除生活默認漂流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【017 結構洞】跨界連結資訊孤島，搶佔高價值生態橋樑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【022 賽道選擇】小眾賽道+多面手，實現個人非線性躍遷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【026 共鳴】融入時代大敘事，完成個體使命的終極閉環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演化階段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核心里程碑講數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破除的傳統誤區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建立的高階能力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底層動機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008 能耐尋求 / 012 SDT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以為只能被單一 KPI 驅使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建立內驅系統，做目標的主人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資產構建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010 複利 / 015 高認知負荷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以為打工時間能自然增值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積累七大複利資本與 Pro 專注力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行動系統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014 自由能 / 016 WOOP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以為靠盲目打雞血能成功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雙向對齊與 If-Then 自動化習慣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外部躍遷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017 結構洞 / 022 賽道選擇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以為在紅海裡死拼就能出頭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跨越結構洞，在小眾藍海卡位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E02 成長戰略十九講論證遞進表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模組總結與落地   |   PAGE 12/13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【精華總結】E02 成長戰略：四大戰略定見與立即可應用的 1 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全模組精華濃縮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1. 永遠追求賦能：做目標的主人，一切讓未來可選項變多的動作才是好決策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2. 供給側正和博弈：把自己打造成低摩擦、高信用的標準化合作模塊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3. 沉澱七大複利資本：以時間為盟友，讓知識、聲譽與關係產生複利滾雪球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4. 跨越結構洞生態位：不參與同質內卷，做異質群體之間的價值翻譯官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讀完後立刻可應用的 1 件事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🎯 執行【個人供給側模塊化】重構：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寫下你最擅長為他人提供確定性價值的 1 個『殺手級技能』。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主動檢視你在協作中的所有摩擦點（如回覆慢、輸出格式亂、情緒化），用 If-Then 規則一次性消除！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戰略維度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被動工具人特徵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現代高能動者特徵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本週改進動作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目標自由度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被單一 KPI 深度綁架，心驚膽顫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保有副業或第二技能跳出期權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撥出20%精力探索備用選項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合作界面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等任務分配，溝通摩擦大且愛抱怨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主動提供現成解決方案，即插即用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把日常交付件做成標準模板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資本積累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每個月純拿死工資，無資產沉澱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定期公開沉澱筆記與個人作品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在社群或網絡公開一篇乾貨複盤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社交結構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朋友都是同部門或同專業同事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定期與不同行業的弱關聯朋友交流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本月約一位跨行業朋友喝咖啡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成長戰略個人現狀評估矩陣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附錄 · 深挖指南   |   PAGE 13/13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【附錄】E02 成長戰略延伸深挖章節與段落標註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重點深挖講數與段落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008 能耐尋求：深挖『沃爾珀特定理數學背景與康德目的論』對照段落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010 複利：深挖『七大資本轉化飛輪與人生五大階段路線圖』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014 自由能：深挖『知覺推斷與主動推斷在拖延症中的應用細節』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017 結構洞：深挖『伯特社會網絡結構與搬家思維案例』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延伸實踐指南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在筆記工具中建立個人的『七大資本定期盤點表』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每週五下午進行 15 分鐘『主動高認知負荷』複盤訓練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講數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核心概念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知識庫對應位置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簡報直達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008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能耐尋求與君子不器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E02 卡片 ➔ 008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009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供給側心態與摩擦消除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E02 卡片 ➔ 009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slides.html?slide=009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010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七大複利資本積累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E02 卡片 ➔ 010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014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自由能原理與雙向對齊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E02 卡片 ➔ 014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E02 知識庫與簡報聯動路標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